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ermianSansTypeface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ermianSansTypeface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ermianSansTypeface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ermianSansTypeface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ermianSansTypeface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ermianSansTypeface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ermianSansTypeface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ermianSansTypeface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ermianSansTypefac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Заголовокзаголовок"/>
          <p:cNvSpPr txBox="1">
            <a:spLocks noGrp="1"/>
          </p:cNvSpPr>
          <p:nvPr>
            <p:ph type="title" hasCustomPrompt="1"/>
          </p:nvPr>
        </p:nvSpPr>
        <p:spPr>
          <a:xfrm>
            <a:off x="1243208" y="2858517"/>
            <a:ext cx="9144001" cy="166828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Заголовокзаголовок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43208" y="4700789"/>
            <a:ext cx="9144001" cy="678713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262626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262626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262626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262626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262626"/>
                </a:solidFill>
              </a:defRPr>
            </a:lvl5pPr>
          </a:lstStyle>
          <a:p>
            <a:r>
              <a:t>подзаголовок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5" name="Рисунок 8" descr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750" y="764788"/>
            <a:ext cx="1237050" cy="123705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Прямоугольник 9"/>
          <p:cNvSpPr/>
          <p:nvPr/>
        </p:nvSpPr>
        <p:spPr>
          <a:xfrm>
            <a:off x="972750" y="2559027"/>
            <a:ext cx="109075" cy="282047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7" name="Прямоугольник 10"/>
          <p:cNvSpPr/>
          <p:nvPr/>
        </p:nvSpPr>
        <p:spPr>
          <a:xfrm>
            <a:off x="10321689" y="229030"/>
            <a:ext cx="662089" cy="694893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Прямоугольник 11"/>
          <p:cNvSpPr/>
          <p:nvPr/>
        </p:nvSpPr>
        <p:spPr>
          <a:xfrm>
            <a:off x="10969170" y="-28047"/>
            <a:ext cx="1222830" cy="1283416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" name="Прямоугольник 12"/>
          <p:cNvSpPr/>
          <p:nvPr/>
        </p:nvSpPr>
        <p:spPr>
          <a:xfrm>
            <a:off x="10572483" y="644153"/>
            <a:ext cx="954314" cy="1001595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" name="Прямоугольник 13"/>
          <p:cNvSpPr/>
          <p:nvPr/>
        </p:nvSpPr>
        <p:spPr>
          <a:xfrm>
            <a:off x="11132456" y="5169132"/>
            <a:ext cx="1059544" cy="1112039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14"/>
          <p:cNvSpPr/>
          <p:nvPr/>
        </p:nvSpPr>
        <p:spPr>
          <a:xfrm>
            <a:off x="11433892" y="4646864"/>
            <a:ext cx="573679" cy="60210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" name="Прямоугольник 15"/>
          <p:cNvSpPr/>
          <p:nvPr/>
        </p:nvSpPr>
        <p:spPr>
          <a:xfrm>
            <a:off x="10830666" y="5664686"/>
            <a:ext cx="993019" cy="1042218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" name="Прямоугольник 16"/>
          <p:cNvSpPr/>
          <p:nvPr/>
        </p:nvSpPr>
        <p:spPr>
          <a:xfrm>
            <a:off x="10049401" y="3948215"/>
            <a:ext cx="595303" cy="624797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" name="Прямоугольник 17"/>
          <p:cNvSpPr/>
          <p:nvPr/>
        </p:nvSpPr>
        <p:spPr>
          <a:xfrm>
            <a:off x="10460195" y="3754568"/>
            <a:ext cx="369014" cy="387297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" name="Прямоугольник 18"/>
          <p:cNvSpPr/>
          <p:nvPr/>
        </p:nvSpPr>
        <p:spPr>
          <a:xfrm>
            <a:off x="11293215" y="2514069"/>
            <a:ext cx="369014" cy="387297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" name="Прямоугольник 19"/>
          <p:cNvSpPr/>
          <p:nvPr/>
        </p:nvSpPr>
        <p:spPr>
          <a:xfrm>
            <a:off x="375137" y="5969053"/>
            <a:ext cx="369015" cy="387297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" name="Прямоугольник 20"/>
          <p:cNvSpPr/>
          <p:nvPr/>
        </p:nvSpPr>
        <p:spPr>
          <a:xfrm>
            <a:off x="-181705" y="6066489"/>
            <a:ext cx="662088" cy="69489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" name="Прямоугольник 21"/>
          <p:cNvSpPr/>
          <p:nvPr/>
        </p:nvSpPr>
        <p:spPr>
          <a:xfrm>
            <a:off x="10566897" y="6094197"/>
            <a:ext cx="369014" cy="387297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610599" y="6356350"/>
            <a:ext cx="310593" cy="345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32119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7" name="Уровень текста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3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43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124530" y="524932"/>
            <a:ext cx="3650669" cy="2051581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1A66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6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5411361" y="1375304"/>
            <a:ext cx="4857751" cy="738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/>
            </a:lvl1pPr>
            <a:lvl2pPr marL="0" indent="457200">
              <a:buSzTx/>
              <a:buFontTx/>
              <a:buNone/>
              <a:defRPr sz="1800"/>
            </a:lvl2pPr>
            <a:lvl3pPr marL="0" indent="914400">
              <a:buSzTx/>
              <a:buFontTx/>
              <a:buNone/>
              <a:defRPr sz="1800"/>
            </a:lvl3pPr>
            <a:lvl4pPr marL="0" indent="1371600">
              <a:buSzTx/>
              <a:buFontTx/>
              <a:buNone/>
              <a:defRPr sz="1800"/>
            </a:lvl4pPr>
            <a:lvl5pPr marL="0" indent="1828800">
              <a:buSzTx/>
              <a:buFontTx/>
              <a:buNone/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47" name="Рисунок 6"/>
          <p:cNvSpPr>
            <a:spLocks noGrp="1"/>
          </p:cNvSpPr>
          <p:nvPr>
            <p:ph type="pic" sz="half" idx="21"/>
          </p:nvPr>
        </p:nvSpPr>
        <p:spPr>
          <a:xfrm>
            <a:off x="5360563" y="3037416"/>
            <a:ext cx="6831438" cy="32363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48" name="Рисунок 6"/>
          <p:cNvSpPr>
            <a:spLocks noGrp="1"/>
          </p:cNvSpPr>
          <p:nvPr>
            <p:ph type="pic" sz="quarter" idx="22"/>
          </p:nvPr>
        </p:nvSpPr>
        <p:spPr>
          <a:xfrm>
            <a:off x="1122044" y="3037416"/>
            <a:ext cx="3873290" cy="32363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49" name="Прямоугольник 8"/>
          <p:cNvSpPr/>
          <p:nvPr/>
        </p:nvSpPr>
        <p:spPr>
          <a:xfrm>
            <a:off x="-1" y="0"/>
            <a:ext cx="169336" cy="6858000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50" name="Прямоугольник 11"/>
          <p:cNvSpPr/>
          <p:nvPr/>
        </p:nvSpPr>
        <p:spPr>
          <a:xfrm>
            <a:off x="11618321" y="524932"/>
            <a:ext cx="573679" cy="602102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" name="Прямоугольник 12"/>
          <p:cNvSpPr/>
          <p:nvPr/>
        </p:nvSpPr>
        <p:spPr>
          <a:xfrm>
            <a:off x="10974229" y="229763"/>
            <a:ext cx="281237" cy="295171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" name="Прямоугольник 13"/>
          <p:cNvSpPr/>
          <p:nvPr/>
        </p:nvSpPr>
        <p:spPr>
          <a:xfrm>
            <a:off x="368402" y="5913315"/>
            <a:ext cx="388413" cy="407656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26997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Рисунок 6"/>
          <p:cNvSpPr>
            <a:spLocks noGrp="1"/>
          </p:cNvSpPr>
          <p:nvPr>
            <p:ph type="pic" sz="half" idx="21"/>
          </p:nvPr>
        </p:nvSpPr>
        <p:spPr>
          <a:xfrm>
            <a:off x="0" y="988484"/>
            <a:ext cx="8610600" cy="34141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6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703132" y="1580884"/>
            <a:ext cx="3650668" cy="2051581"/>
          </a:xfrm>
          <a:prstGeom prst="rect">
            <a:avLst/>
          </a:prstGeom>
        </p:spPr>
        <p:txBody>
          <a:bodyPr anchor="b"/>
          <a:lstStyle>
            <a:lvl1pPr>
              <a:defRPr sz="5400">
                <a:solidFill>
                  <a:srgbClr val="1A66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8200" y="4847961"/>
            <a:ext cx="2743200" cy="738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/>
            </a:lvl1pPr>
            <a:lvl2pPr marL="0" indent="457200">
              <a:buSzTx/>
              <a:buFontTx/>
              <a:buNone/>
              <a:defRPr sz="1800"/>
            </a:lvl2pPr>
            <a:lvl3pPr marL="0" indent="914400">
              <a:buSzTx/>
              <a:buFontTx/>
              <a:buNone/>
              <a:defRPr sz="1800"/>
            </a:lvl3pPr>
            <a:lvl4pPr marL="0" indent="1371600">
              <a:buSzTx/>
              <a:buFontTx/>
              <a:buNone/>
              <a:defRPr sz="1800"/>
            </a:lvl4pPr>
            <a:lvl5pPr marL="0" indent="1828800">
              <a:buSzTx/>
              <a:buFontTx/>
              <a:buNone/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63" name="Текст 2"/>
          <p:cNvSpPr>
            <a:spLocks noGrp="1"/>
          </p:cNvSpPr>
          <p:nvPr>
            <p:ph type="body" sz="quarter" idx="22"/>
          </p:nvPr>
        </p:nvSpPr>
        <p:spPr>
          <a:xfrm>
            <a:off x="4038600" y="4847959"/>
            <a:ext cx="2743200" cy="738188"/>
          </a:xfrm>
          <a:prstGeom prst="rect">
            <a:avLst/>
          </a:prstGeom>
        </p:spPr>
        <p:txBody>
          <a:bodyPr/>
          <a:lstStyle/>
          <a:p>
            <a:pPr marL="0" lvl="0" indent="0">
              <a:buSzTx/>
              <a:buFontTx/>
              <a:buNone/>
              <a:defRPr sz="1800"/>
            </a:pPr>
            <a:r>
              <a:rPr lang="ru-RU"/>
              <a:t>Образец текста</a:t>
            </a:r>
          </a:p>
        </p:txBody>
      </p:sp>
      <p:sp>
        <p:nvSpPr>
          <p:cNvPr id="64" name="Текст 2"/>
          <p:cNvSpPr>
            <a:spLocks noGrp="1"/>
          </p:cNvSpPr>
          <p:nvPr>
            <p:ph type="body" sz="quarter" idx="23"/>
          </p:nvPr>
        </p:nvSpPr>
        <p:spPr>
          <a:xfrm>
            <a:off x="7239000" y="4842933"/>
            <a:ext cx="2743200" cy="738188"/>
          </a:xfrm>
          <a:prstGeom prst="rect">
            <a:avLst/>
          </a:prstGeom>
        </p:spPr>
        <p:txBody>
          <a:bodyPr/>
          <a:lstStyle/>
          <a:p>
            <a:pPr marL="0" lvl="0" indent="0">
              <a:buSzTx/>
              <a:buFontTx/>
              <a:buNone/>
              <a:defRPr sz="1800"/>
            </a:pPr>
            <a:r>
              <a:rPr lang="ru-RU"/>
              <a:t>Образец текста</a:t>
            </a:r>
          </a:p>
        </p:txBody>
      </p:sp>
      <p:sp>
        <p:nvSpPr>
          <p:cNvPr id="65" name="Прямоугольник 9"/>
          <p:cNvSpPr/>
          <p:nvPr/>
        </p:nvSpPr>
        <p:spPr>
          <a:xfrm>
            <a:off x="624955" y="4834580"/>
            <a:ext cx="192347" cy="201877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6" name="Прямоугольник 10"/>
          <p:cNvSpPr/>
          <p:nvPr/>
        </p:nvSpPr>
        <p:spPr>
          <a:xfrm>
            <a:off x="8344944" y="674600"/>
            <a:ext cx="573679" cy="602102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7" name="Прямоугольник 11"/>
          <p:cNvSpPr/>
          <p:nvPr/>
        </p:nvSpPr>
        <p:spPr>
          <a:xfrm>
            <a:off x="6597292" y="218281"/>
            <a:ext cx="369014" cy="387297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8" name="Прямоугольник 12"/>
          <p:cNvSpPr/>
          <p:nvPr/>
        </p:nvSpPr>
        <p:spPr>
          <a:xfrm>
            <a:off x="3846253" y="4834580"/>
            <a:ext cx="192347" cy="201877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9" name="Прямоугольник 13"/>
          <p:cNvSpPr/>
          <p:nvPr/>
        </p:nvSpPr>
        <p:spPr>
          <a:xfrm>
            <a:off x="7046654" y="4834580"/>
            <a:ext cx="192347" cy="201877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0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610599" y="6356350"/>
            <a:ext cx="310593" cy="34544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74726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Прямоугольник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46310" y="2478088"/>
            <a:ext cx="485775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9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546310" y="5357812"/>
            <a:ext cx="4857751" cy="738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262626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262626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262626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262626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262626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80" name="Рисунок 6"/>
          <p:cNvSpPr>
            <a:spLocks noGrp="1"/>
          </p:cNvSpPr>
          <p:nvPr>
            <p:ph type="pic" sz="half" idx="21"/>
          </p:nvPr>
        </p:nvSpPr>
        <p:spPr>
          <a:xfrm>
            <a:off x="8805332" y="0"/>
            <a:ext cx="3081868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81" name="Рисунок 6"/>
          <p:cNvSpPr>
            <a:spLocks noGrp="1"/>
          </p:cNvSpPr>
          <p:nvPr>
            <p:ph type="pic" sz="half" idx="22"/>
          </p:nvPr>
        </p:nvSpPr>
        <p:spPr>
          <a:xfrm>
            <a:off x="5621866" y="0"/>
            <a:ext cx="3064934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82" name="Прямоугольник 12"/>
          <p:cNvSpPr/>
          <p:nvPr/>
        </p:nvSpPr>
        <p:spPr>
          <a:xfrm>
            <a:off x="3979964" y="299370"/>
            <a:ext cx="662089" cy="694893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" name="Прямоугольник 13"/>
          <p:cNvSpPr/>
          <p:nvPr/>
        </p:nvSpPr>
        <p:spPr>
          <a:xfrm>
            <a:off x="4621991" y="-1"/>
            <a:ext cx="1222830" cy="1283416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" name="Прямоугольник 14"/>
          <p:cNvSpPr/>
          <p:nvPr/>
        </p:nvSpPr>
        <p:spPr>
          <a:xfrm>
            <a:off x="4230758" y="714493"/>
            <a:ext cx="954314" cy="1001595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5" name="Прямоугольник 15"/>
          <p:cNvSpPr/>
          <p:nvPr/>
        </p:nvSpPr>
        <p:spPr>
          <a:xfrm>
            <a:off x="11919657" y="6065673"/>
            <a:ext cx="369014" cy="387297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" name="Прямоугольник 16"/>
          <p:cNvSpPr/>
          <p:nvPr/>
        </p:nvSpPr>
        <p:spPr>
          <a:xfrm>
            <a:off x="11362814" y="6163109"/>
            <a:ext cx="662089" cy="69489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19877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Прямоугольник 2"/>
          <p:cNvSpPr/>
          <p:nvPr/>
        </p:nvSpPr>
        <p:spPr>
          <a:xfrm>
            <a:off x="-2" y="0"/>
            <a:ext cx="12192003" cy="6858000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200" y="2248429"/>
            <a:ext cx="3869267" cy="2361142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6" name="Прямоугольник 1"/>
          <p:cNvSpPr/>
          <p:nvPr/>
        </p:nvSpPr>
        <p:spPr>
          <a:xfrm>
            <a:off x="5266266" y="795867"/>
            <a:ext cx="5960535" cy="159173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" name="Прямоугольник 5"/>
          <p:cNvSpPr/>
          <p:nvPr/>
        </p:nvSpPr>
        <p:spPr>
          <a:xfrm>
            <a:off x="5266266" y="2633133"/>
            <a:ext cx="5960535" cy="159173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8" name="Прямоугольник 6"/>
          <p:cNvSpPr/>
          <p:nvPr/>
        </p:nvSpPr>
        <p:spPr>
          <a:xfrm>
            <a:off x="5266266" y="4470398"/>
            <a:ext cx="5960535" cy="159173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9" name="Рисунок 7"/>
          <p:cNvSpPr>
            <a:spLocks noGrp="1"/>
          </p:cNvSpPr>
          <p:nvPr>
            <p:ph type="pic" sz="quarter" idx="21"/>
          </p:nvPr>
        </p:nvSpPr>
        <p:spPr>
          <a:xfrm>
            <a:off x="5265737" y="795337"/>
            <a:ext cx="2082801" cy="159226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100" name="Рисунок 7"/>
          <p:cNvSpPr>
            <a:spLocks noGrp="1"/>
          </p:cNvSpPr>
          <p:nvPr>
            <p:ph type="pic" sz="quarter" idx="22"/>
          </p:nvPr>
        </p:nvSpPr>
        <p:spPr>
          <a:xfrm>
            <a:off x="5265737" y="2632604"/>
            <a:ext cx="2082801" cy="159226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101" name="Рисунок 7"/>
          <p:cNvSpPr>
            <a:spLocks noGrp="1"/>
          </p:cNvSpPr>
          <p:nvPr>
            <p:ph type="pic" sz="quarter" idx="23"/>
          </p:nvPr>
        </p:nvSpPr>
        <p:spPr>
          <a:xfrm>
            <a:off x="5265737" y="4470134"/>
            <a:ext cx="2082801" cy="159226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10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7594600" y="1016189"/>
            <a:ext cx="2743200" cy="738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/>
            </a:lvl1pPr>
            <a:lvl2pPr marL="0" indent="457200">
              <a:buSzTx/>
              <a:buFontTx/>
              <a:buNone/>
              <a:defRPr sz="1800"/>
            </a:lvl2pPr>
            <a:lvl3pPr marL="0" indent="914400">
              <a:buSzTx/>
              <a:buFontTx/>
              <a:buNone/>
              <a:defRPr sz="1800"/>
            </a:lvl3pPr>
            <a:lvl4pPr marL="0" indent="1371600">
              <a:buSzTx/>
              <a:buFontTx/>
              <a:buNone/>
              <a:defRPr sz="1800"/>
            </a:lvl4pPr>
            <a:lvl5pPr marL="0" indent="1828800">
              <a:buSzTx/>
              <a:buFontTx/>
              <a:buNone/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103" name="Текст 2"/>
          <p:cNvSpPr>
            <a:spLocks noGrp="1"/>
          </p:cNvSpPr>
          <p:nvPr>
            <p:ph type="body" sz="quarter" idx="24"/>
          </p:nvPr>
        </p:nvSpPr>
        <p:spPr>
          <a:xfrm>
            <a:off x="7594600" y="2834739"/>
            <a:ext cx="2743200" cy="738188"/>
          </a:xfrm>
          <a:prstGeom prst="rect">
            <a:avLst/>
          </a:prstGeom>
        </p:spPr>
        <p:txBody>
          <a:bodyPr/>
          <a:lstStyle/>
          <a:p>
            <a:pPr marL="0" lvl="0" indent="0">
              <a:buSzTx/>
              <a:buFontTx/>
              <a:buNone/>
              <a:defRPr sz="1800"/>
            </a:pPr>
            <a:r>
              <a:rPr lang="ru-RU"/>
              <a:t>Образец текста</a:t>
            </a:r>
          </a:p>
        </p:txBody>
      </p:sp>
      <p:sp>
        <p:nvSpPr>
          <p:cNvPr id="104" name="Текст 2"/>
          <p:cNvSpPr>
            <a:spLocks noGrp="1"/>
          </p:cNvSpPr>
          <p:nvPr>
            <p:ph type="body" sz="quarter" idx="25"/>
          </p:nvPr>
        </p:nvSpPr>
        <p:spPr>
          <a:xfrm>
            <a:off x="7594600" y="4682142"/>
            <a:ext cx="2743200" cy="738188"/>
          </a:xfrm>
          <a:prstGeom prst="rect">
            <a:avLst/>
          </a:prstGeom>
        </p:spPr>
        <p:txBody>
          <a:bodyPr/>
          <a:lstStyle/>
          <a:p>
            <a:pPr marL="0" lvl="0" indent="0">
              <a:buSzTx/>
              <a:buFontTx/>
              <a:buNone/>
              <a:defRPr sz="1800"/>
            </a:pPr>
            <a:r>
              <a:rPr lang="ru-RU"/>
              <a:t>Образец текста</a:t>
            </a:r>
          </a:p>
        </p:txBody>
      </p:sp>
      <p:sp>
        <p:nvSpPr>
          <p:cNvPr id="105" name="Прямоугольник 15"/>
          <p:cNvSpPr/>
          <p:nvPr/>
        </p:nvSpPr>
        <p:spPr>
          <a:xfrm>
            <a:off x="11104591" y="5394464"/>
            <a:ext cx="1059544" cy="1112039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6" name="Прямоугольник 16"/>
          <p:cNvSpPr/>
          <p:nvPr/>
        </p:nvSpPr>
        <p:spPr>
          <a:xfrm>
            <a:off x="10768579" y="6375106"/>
            <a:ext cx="573679" cy="60210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7" name="Прямоугольник 18"/>
          <p:cNvSpPr/>
          <p:nvPr/>
        </p:nvSpPr>
        <p:spPr>
          <a:xfrm>
            <a:off x="4305129" y="4470134"/>
            <a:ext cx="595303" cy="624797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" name="Прямоугольник 19"/>
          <p:cNvSpPr/>
          <p:nvPr/>
        </p:nvSpPr>
        <p:spPr>
          <a:xfrm>
            <a:off x="4715924" y="4276485"/>
            <a:ext cx="369014" cy="387297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" name="Прямоугольник 20"/>
          <p:cNvSpPr/>
          <p:nvPr/>
        </p:nvSpPr>
        <p:spPr>
          <a:xfrm>
            <a:off x="10509290" y="355846"/>
            <a:ext cx="595303" cy="624798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0" name="Прямоугольник 21"/>
          <p:cNvSpPr/>
          <p:nvPr/>
        </p:nvSpPr>
        <p:spPr>
          <a:xfrm>
            <a:off x="10939960" y="494551"/>
            <a:ext cx="573679" cy="60210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1" name="Прямоугольник 22"/>
          <p:cNvSpPr/>
          <p:nvPr/>
        </p:nvSpPr>
        <p:spPr>
          <a:xfrm>
            <a:off x="11632096" y="1346593"/>
            <a:ext cx="369014" cy="387297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2" name="Прямоугольник 23"/>
          <p:cNvSpPr/>
          <p:nvPr/>
        </p:nvSpPr>
        <p:spPr>
          <a:xfrm>
            <a:off x="11643692" y="4987890"/>
            <a:ext cx="884322" cy="928136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3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787172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Рисунок 6"/>
          <p:cNvSpPr>
            <a:spLocks noGrp="1"/>
          </p:cNvSpPr>
          <p:nvPr>
            <p:ph type="pic" idx="21"/>
          </p:nvPr>
        </p:nvSpPr>
        <p:spPr>
          <a:xfrm>
            <a:off x="-244699" y="-244699"/>
            <a:ext cx="12672812" cy="7405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12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3116278" y="2795193"/>
            <a:ext cx="5950857" cy="1325564"/>
          </a:xfrm>
          <a:prstGeom prst="rect">
            <a:avLst/>
          </a:prstGeom>
          <a:solidFill>
            <a:srgbClr val="1A66FF"/>
          </a:solidFill>
          <a:ln w="19050">
            <a:solidFill>
              <a:srgbClr val="FFFFFF"/>
            </a:solidFill>
            <a:miter lim="800000"/>
          </a:ln>
        </p:spPr>
        <p:txBody>
          <a:bodyPr/>
          <a:lstStyle>
            <a:lvl1pPr algn="ctr"/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64918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66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0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4038600" y="1825625"/>
            <a:ext cx="7315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131" name="Рисунок 6"/>
          <p:cNvSpPr>
            <a:spLocks noGrp="1"/>
          </p:cNvSpPr>
          <p:nvPr>
            <p:ph type="pic" sz="half" idx="21"/>
          </p:nvPr>
        </p:nvSpPr>
        <p:spPr>
          <a:xfrm>
            <a:off x="251582" y="0"/>
            <a:ext cx="3493104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132" name="Прямоугольник 7"/>
          <p:cNvSpPr/>
          <p:nvPr/>
        </p:nvSpPr>
        <p:spPr>
          <a:xfrm>
            <a:off x="110963" y="6176962"/>
            <a:ext cx="406880" cy="42703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3" name="Прямоугольник 8"/>
          <p:cNvSpPr/>
          <p:nvPr/>
        </p:nvSpPr>
        <p:spPr>
          <a:xfrm>
            <a:off x="658460" y="6047466"/>
            <a:ext cx="246763" cy="258989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4" name="Прямоугольник 9"/>
          <p:cNvSpPr/>
          <p:nvPr/>
        </p:nvSpPr>
        <p:spPr>
          <a:xfrm>
            <a:off x="10927316" y="193901"/>
            <a:ext cx="520539" cy="54632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788288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66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43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4038600" y="1973943"/>
            <a:ext cx="7315200" cy="58057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144" name="Рисунок 6"/>
          <p:cNvSpPr>
            <a:spLocks noGrp="1"/>
          </p:cNvSpPr>
          <p:nvPr>
            <p:ph type="pic" sz="half" idx="21"/>
          </p:nvPr>
        </p:nvSpPr>
        <p:spPr>
          <a:xfrm>
            <a:off x="251582" y="0"/>
            <a:ext cx="3493104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145" name="Прямоугольник 7"/>
          <p:cNvSpPr/>
          <p:nvPr/>
        </p:nvSpPr>
        <p:spPr>
          <a:xfrm>
            <a:off x="110963" y="6176962"/>
            <a:ext cx="406880" cy="42703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6" name="Прямоугольник 8"/>
          <p:cNvSpPr/>
          <p:nvPr/>
        </p:nvSpPr>
        <p:spPr>
          <a:xfrm>
            <a:off x="658460" y="6047466"/>
            <a:ext cx="246763" cy="258989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7" name="Прямоугольник 9"/>
          <p:cNvSpPr/>
          <p:nvPr/>
        </p:nvSpPr>
        <p:spPr>
          <a:xfrm>
            <a:off x="10927316" y="193901"/>
            <a:ext cx="520539" cy="54632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8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50606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Прямоугольник 8"/>
          <p:cNvSpPr/>
          <p:nvPr/>
        </p:nvSpPr>
        <p:spPr>
          <a:xfrm>
            <a:off x="838200" y="2177143"/>
            <a:ext cx="4925785" cy="46808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6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200" y="313610"/>
            <a:ext cx="10515600" cy="13255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57" name="Прямоугольник 9"/>
          <p:cNvSpPr/>
          <p:nvPr/>
        </p:nvSpPr>
        <p:spPr>
          <a:xfrm>
            <a:off x="6428015" y="2177143"/>
            <a:ext cx="4925786" cy="46808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8" name="Прямоугольник 11"/>
          <p:cNvSpPr/>
          <p:nvPr/>
        </p:nvSpPr>
        <p:spPr>
          <a:xfrm>
            <a:off x="2628863" y="1937432"/>
            <a:ext cx="1344457" cy="8347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9" name="Прямоугольник 12"/>
          <p:cNvSpPr/>
          <p:nvPr/>
        </p:nvSpPr>
        <p:spPr>
          <a:xfrm>
            <a:off x="8167483" y="1882893"/>
            <a:ext cx="1446846" cy="8347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094479" y="2846729"/>
            <a:ext cx="4299188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>
                <a:solidFill>
                  <a:srgbClr val="FFFFFF"/>
                </a:solidFill>
              </a:defRPr>
            </a:lvl1pPr>
            <a:lvl2pPr marL="0" indent="457200">
              <a:buSzTx/>
              <a:buFontTx/>
              <a:buNone/>
              <a:defRPr sz="2400" b="1">
                <a:solidFill>
                  <a:srgbClr val="FFFFFF"/>
                </a:solidFill>
              </a:defRPr>
            </a:lvl2pPr>
            <a:lvl3pPr marL="0" indent="914400">
              <a:buSzTx/>
              <a:buFontTx/>
              <a:buNone/>
              <a:defRPr sz="2400" b="1">
                <a:solidFill>
                  <a:srgbClr val="FFFFFF"/>
                </a:solidFill>
              </a:defRPr>
            </a:lvl3pPr>
            <a:lvl4pPr marL="0" indent="1371600">
              <a:buSzTx/>
              <a:buFontTx/>
              <a:buNone/>
              <a:defRPr sz="2400" b="1">
                <a:solidFill>
                  <a:srgbClr val="FFFFFF"/>
                </a:solidFill>
              </a:defRPr>
            </a:lvl4pPr>
            <a:lvl5pPr marL="0" indent="1828800">
              <a:buSzTx/>
              <a:buFontTx/>
              <a:buNone/>
              <a:defRPr sz="2400" b="1">
                <a:solidFill>
                  <a:srgbClr val="FFFFFF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161" name="Текст 2"/>
          <p:cNvSpPr>
            <a:spLocks noGrp="1"/>
          </p:cNvSpPr>
          <p:nvPr>
            <p:ph type="body" sz="quarter" idx="21"/>
          </p:nvPr>
        </p:nvSpPr>
        <p:spPr>
          <a:xfrm>
            <a:off x="6682481" y="2846729"/>
            <a:ext cx="4299188" cy="823913"/>
          </a:xfrm>
          <a:prstGeom prst="rect">
            <a:avLst/>
          </a:prstGeom>
        </p:spPr>
        <p:txBody>
          <a:bodyPr anchor="b"/>
          <a:lstStyle/>
          <a:p>
            <a:pPr marL="0" lvl="0" indent="0">
              <a:buSzTx/>
              <a:buFontTx/>
              <a:buNone/>
              <a:defRPr sz="2400" b="1">
                <a:solidFill>
                  <a:srgbClr val="FFFFFF"/>
                </a:solidFill>
              </a:defRPr>
            </a:pPr>
            <a:r>
              <a:rPr lang="ru-RU"/>
              <a:t>Образец текста</a:t>
            </a:r>
          </a:p>
        </p:txBody>
      </p:sp>
      <p:sp>
        <p:nvSpPr>
          <p:cNvPr id="16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03307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Прямоугольник 8"/>
          <p:cNvSpPr/>
          <p:nvPr/>
        </p:nvSpPr>
        <p:spPr>
          <a:xfrm>
            <a:off x="838199" y="2177143"/>
            <a:ext cx="2979059" cy="46808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200" y="313610"/>
            <a:ext cx="10515600" cy="13255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1" name="Прямоугольник 9"/>
          <p:cNvSpPr/>
          <p:nvPr/>
        </p:nvSpPr>
        <p:spPr>
          <a:xfrm>
            <a:off x="4606471" y="2177143"/>
            <a:ext cx="2979058" cy="46808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2" name="Прямоугольник 10"/>
          <p:cNvSpPr/>
          <p:nvPr/>
        </p:nvSpPr>
        <p:spPr>
          <a:xfrm>
            <a:off x="8374743" y="2177141"/>
            <a:ext cx="2979058" cy="46808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3" name="Прямоугольник 11"/>
          <p:cNvSpPr/>
          <p:nvPr/>
        </p:nvSpPr>
        <p:spPr>
          <a:xfrm>
            <a:off x="1747156" y="1937432"/>
            <a:ext cx="1161144" cy="8347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4" name="Прямоугольник 12"/>
          <p:cNvSpPr/>
          <p:nvPr/>
        </p:nvSpPr>
        <p:spPr>
          <a:xfrm>
            <a:off x="5515426" y="1882893"/>
            <a:ext cx="1161144" cy="8347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5" name="Прямоугольник 13"/>
          <p:cNvSpPr/>
          <p:nvPr/>
        </p:nvSpPr>
        <p:spPr>
          <a:xfrm>
            <a:off x="9283699" y="1882893"/>
            <a:ext cx="1161144" cy="8347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6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028474" y="2846729"/>
            <a:ext cx="260009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>
                <a:solidFill>
                  <a:srgbClr val="FFFFFF"/>
                </a:solidFill>
              </a:defRPr>
            </a:lvl1pPr>
            <a:lvl2pPr marL="0" indent="457200">
              <a:buSzTx/>
              <a:buFontTx/>
              <a:buNone/>
              <a:defRPr sz="2400" b="1">
                <a:solidFill>
                  <a:srgbClr val="FFFFFF"/>
                </a:solidFill>
              </a:defRPr>
            </a:lvl2pPr>
            <a:lvl3pPr marL="0" indent="914400">
              <a:buSzTx/>
              <a:buFontTx/>
              <a:buNone/>
              <a:defRPr sz="2400" b="1">
                <a:solidFill>
                  <a:srgbClr val="FFFFFF"/>
                </a:solidFill>
              </a:defRPr>
            </a:lvl3pPr>
            <a:lvl4pPr marL="0" indent="1371600">
              <a:buSzTx/>
              <a:buFontTx/>
              <a:buNone/>
              <a:defRPr sz="2400" b="1">
                <a:solidFill>
                  <a:srgbClr val="FFFFFF"/>
                </a:solidFill>
              </a:defRPr>
            </a:lvl4pPr>
            <a:lvl5pPr marL="0" indent="1828800">
              <a:buSzTx/>
              <a:buFontTx/>
              <a:buNone/>
              <a:defRPr sz="2400" b="1">
                <a:solidFill>
                  <a:srgbClr val="FFFFFF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177" name="Текст 2"/>
          <p:cNvSpPr>
            <a:spLocks noGrp="1"/>
          </p:cNvSpPr>
          <p:nvPr>
            <p:ph type="body" sz="quarter" idx="21"/>
          </p:nvPr>
        </p:nvSpPr>
        <p:spPr>
          <a:xfrm>
            <a:off x="4794930" y="2846729"/>
            <a:ext cx="2600100" cy="823913"/>
          </a:xfrm>
          <a:prstGeom prst="rect">
            <a:avLst/>
          </a:prstGeom>
        </p:spPr>
        <p:txBody>
          <a:bodyPr anchor="b"/>
          <a:lstStyle/>
          <a:p>
            <a:pPr marL="0" lvl="0" indent="0">
              <a:buSzTx/>
              <a:buFontTx/>
              <a:buNone/>
              <a:defRPr sz="2400" b="1">
                <a:solidFill>
                  <a:srgbClr val="FFFFFF"/>
                </a:solidFill>
              </a:defRPr>
            </a:pPr>
            <a:r>
              <a:rPr lang="ru-RU"/>
              <a:t>Образец текста</a:t>
            </a:r>
          </a:p>
        </p:txBody>
      </p:sp>
      <p:sp>
        <p:nvSpPr>
          <p:cNvPr id="178" name="Текст 2"/>
          <p:cNvSpPr>
            <a:spLocks noGrp="1"/>
          </p:cNvSpPr>
          <p:nvPr>
            <p:ph type="body" sz="quarter" idx="22"/>
          </p:nvPr>
        </p:nvSpPr>
        <p:spPr>
          <a:xfrm>
            <a:off x="8561388" y="2843666"/>
            <a:ext cx="2600099" cy="823913"/>
          </a:xfrm>
          <a:prstGeom prst="rect">
            <a:avLst/>
          </a:prstGeom>
        </p:spPr>
        <p:txBody>
          <a:bodyPr anchor="b"/>
          <a:lstStyle/>
          <a:p>
            <a:pPr marL="0" lvl="0" indent="0">
              <a:buSzTx/>
              <a:buFontTx/>
              <a:buNone/>
              <a:defRPr sz="2400" b="1">
                <a:solidFill>
                  <a:srgbClr val="FFFFFF"/>
                </a:solidFill>
              </a:defRPr>
            </a:pPr>
            <a:r>
              <a:rPr lang="ru-RU"/>
              <a:t>Образец текста</a:t>
            </a:r>
          </a:p>
        </p:txBody>
      </p:sp>
      <p:sp>
        <p:nvSpPr>
          <p:cNvPr id="179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78151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Прямоугольник 8"/>
          <p:cNvSpPr/>
          <p:nvPr/>
        </p:nvSpPr>
        <p:spPr>
          <a:xfrm>
            <a:off x="678542" y="2177143"/>
            <a:ext cx="2573111" cy="46808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200" y="313610"/>
            <a:ext cx="10515600" cy="13255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88" name="Прямоугольник 9"/>
          <p:cNvSpPr/>
          <p:nvPr/>
        </p:nvSpPr>
        <p:spPr>
          <a:xfrm>
            <a:off x="3437616" y="2177143"/>
            <a:ext cx="2573112" cy="46808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9" name="Прямоугольник 10"/>
          <p:cNvSpPr/>
          <p:nvPr/>
        </p:nvSpPr>
        <p:spPr>
          <a:xfrm>
            <a:off x="6185879" y="2177141"/>
            <a:ext cx="2573111" cy="46808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0" name="Прямоугольник 11"/>
          <p:cNvSpPr/>
          <p:nvPr/>
        </p:nvSpPr>
        <p:spPr>
          <a:xfrm>
            <a:off x="1471384" y="1937432"/>
            <a:ext cx="1002920" cy="8347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1" name="Прямоугольник 12"/>
          <p:cNvSpPr/>
          <p:nvPr/>
        </p:nvSpPr>
        <p:spPr>
          <a:xfrm>
            <a:off x="4230458" y="1882893"/>
            <a:ext cx="1002919" cy="8347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2" name="Прямоугольник 13"/>
          <p:cNvSpPr/>
          <p:nvPr/>
        </p:nvSpPr>
        <p:spPr>
          <a:xfrm>
            <a:off x="6978721" y="1882893"/>
            <a:ext cx="1002919" cy="8347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3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68815" y="2846729"/>
            <a:ext cx="2245792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>
                <a:solidFill>
                  <a:srgbClr val="FFFFFF"/>
                </a:solidFill>
              </a:defRPr>
            </a:lvl1pPr>
            <a:lvl2pPr marL="0" indent="457200">
              <a:buSzTx/>
              <a:buFontTx/>
              <a:buNone/>
              <a:defRPr sz="2400" b="1">
                <a:solidFill>
                  <a:srgbClr val="FFFFFF"/>
                </a:solidFill>
              </a:defRPr>
            </a:lvl2pPr>
            <a:lvl3pPr marL="0" indent="914400">
              <a:buSzTx/>
              <a:buFontTx/>
              <a:buNone/>
              <a:defRPr sz="2400" b="1">
                <a:solidFill>
                  <a:srgbClr val="FFFFFF"/>
                </a:solidFill>
              </a:defRPr>
            </a:lvl3pPr>
            <a:lvl4pPr marL="0" indent="1371600">
              <a:buSzTx/>
              <a:buFontTx/>
              <a:buNone/>
              <a:defRPr sz="2400" b="1">
                <a:solidFill>
                  <a:srgbClr val="FFFFFF"/>
                </a:solidFill>
              </a:defRPr>
            </a:lvl4pPr>
            <a:lvl5pPr marL="0" indent="1828800">
              <a:buSzTx/>
              <a:buFontTx/>
              <a:buNone/>
              <a:defRPr sz="2400" b="1">
                <a:solidFill>
                  <a:srgbClr val="FFFFFF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194" name="Текст 2"/>
          <p:cNvSpPr>
            <a:spLocks noGrp="1"/>
          </p:cNvSpPr>
          <p:nvPr>
            <p:ph type="body" sz="quarter" idx="21"/>
          </p:nvPr>
        </p:nvSpPr>
        <p:spPr>
          <a:xfrm>
            <a:off x="3626077" y="2846729"/>
            <a:ext cx="2245792" cy="823913"/>
          </a:xfrm>
          <a:prstGeom prst="rect">
            <a:avLst/>
          </a:prstGeom>
        </p:spPr>
        <p:txBody>
          <a:bodyPr anchor="b"/>
          <a:lstStyle/>
          <a:p>
            <a:pPr marL="0" lvl="0" indent="0">
              <a:buSzTx/>
              <a:buFontTx/>
              <a:buNone/>
              <a:defRPr sz="2400" b="1">
                <a:solidFill>
                  <a:srgbClr val="FFFFFF"/>
                </a:solidFill>
              </a:defRPr>
            </a:pPr>
            <a:r>
              <a:rPr lang="ru-RU"/>
              <a:t>Образец текста</a:t>
            </a:r>
          </a:p>
        </p:txBody>
      </p:sp>
      <p:sp>
        <p:nvSpPr>
          <p:cNvPr id="195" name="Текст 2"/>
          <p:cNvSpPr>
            <a:spLocks noGrp="1"/>
          </p:cNvSpPr>
          <p:nvPr>
            <p:ph type="body" sz="quarter" idx="22"/>
          </p:nvPr>
        </p:nvSpPr>
        <p:spPr>
          <a:xfrm>
            <a:off x="6372523" y="2843666"/>
            <a:ext cx="2245792" cy="823913"/>
          </a:xfrm>
          <a:prstGeom prst="rect">
            <a:avLst/>
          </a:prstGeom>
        </p:spPr>
        <p:txBody>
          <a:bodyPr anchor="b"/>
          <a:lstStyle/>
          <a:p>
            <a:pPr marL="0" lvl="0" indent="0">
              <a:buSzTx/>
              <a:buFontTx/>
              <a:buNone/>
              <a:defRPr sz="2400" b="1">
                <a:solidFill>
                  <a:srgbClr val="FFFFFF"/>
                </a:solidFill>
              </a:defRPr>
            </a:pPr>
            <a:r>
              <a:rPr lang="ru-RU"/>
              <a:t>Образец текста</a:t>
            </a:r>
          </a:p>
        </p:txBody>
      </p:sp>
      <p:sp>
        <p:nvSpPr>
          <p:cNvPr id="196" name="Прямоугольник 20"/>
          <p:cNvSpPr/>
          <p:nvPr/>
        </p:nvSpPr>
        <p:spPr>
          <a:xfrm>
            <a:off x="8945635" y="2177141"/>
            <a:ext cx="2573112" cy="46808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7" name="Прямоугольник 21"/>
          <p:cNvSpPr/>
          <p:nvPr/>
        </p:nvSpPr>
        <p:spPr>
          <a:xfrm>
            <a:off x="9738476" y="1882893"/>
            <a:ext cx="1002919" cy="8347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8" name="Текст 2"/>
          <p:cNvSpPr>
            <a:spLocks noGrp="1"/>
          </p:cNvSpPr>
          <p:nvPr>
            <p:ph type="body" sz="quarter" idx="23"/>
          </p:nvPr>
        </p:nvSpPr>
        <p:spPr>
          <a:xfrm>
            <a:off x="9132279" y="2843666"/>
            <a:ext cx="2245792" cy="823913"/>
          </a:xfrm>
          <a:prstGeom prst="rect">
            <a:avLst/>
          </a:prstGeom>
        </p:spPr>
        <p:txBody>
          <a:bodyPr anchor="b"/>
          <a:lstStyle/>
          <a:p>
            <a:pPr marL="0" lvl="0" indent="0">
              <a:buSzTx/>
              <a:buFontTx/>
              <a:buNone/>
              <a:defRPr sz="2400" b="1">
                <a:solidFill>
                  <a:srgbClr val="FFFFFF"/>
                </a:solidFill>
              </a:defRPr>
            </a:pPr>
            <a:r>
              <a:rPr lang="ru-RU"/>
              <a:t>Образец текста</a:t>
            </a:r>
          </a:p>
        </p:txBody>
      </p:sp>
      <p:sp>
        <p:nvSpPr>
          <p:cNvPr id="199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1046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Прямоугольник 8"/>
          <p:cNvSpPr/>
          <p:nvPr/>
        </p:nvSpPr>
        <p:spPr>
          <a:xfrm>
            <a:off x="838200" y="2177143"/>
            <a:ext cx="4925785" cy="46808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200" y="568552"/>
            <a:ext cx="10515600" cy="13255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08" name="Прямоугольник 9"/>
          <p:cNvSpPr/>
          <p:nvPr/>
        </p:nvSpPr>
        <p:spPr>
          <a:xfrm>
            <a:off x="6428015" y="2177143"/>
            <a:ext cx="4925786" cy="46808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9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094479" y="2360274"/>
            <a:ext cx="4299188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>
                <a:solidFill>
                  <a:srgbClr val="FFFFFF"/>
                </a:solidFill>
              </a:defRPr>
            </a:lvl1pPr>
            <a:lvl2pPr marL="0" indent="457200">
              <a:buSzTx/>
              <a:buFontTx/>
              <a:buNone/>
              <a:defRPr sz="2400" b="1">
                <a:solidFill>
                  <a:srgbClr val="FFFFFF"/>
                </a:solidFill>
              </a:defRPr>
            </a:lvl2pPr>
            <a:lvl3pPr marL="0" indent="914400">
              <a:buSzTx/>
              <a:buFontTx/>
              <a:buNone/>
              <a:defRPr sz="2400" b="1">
                <a:solidFill>
                  <a:srgbClr val="FFFFFF"/>
                </a:solidFill>
              </a:defRPr>
            </a:lvl3pPr>
            <a:lvl4pPr marL="0" indent="1371600">
              <a:buSzTx/>
              <a:buFontTx/>
              <a:buNone/>
              <a:defRPr sz="2400" b="1">
                <a:solidFill>
                  <a:srgbClr val="FFFFFF"/>
                </a:solidFill>
              </a:defRPr>
            </a:lvl4pPr>
            <a:lvl5pPr marL="0" indent="1828800">
              <a:buSzTx/>
              <a:buFontTx/>
              <a:buNone/>
              <a:defRPr sz="2400" b="1">
                <a:solidFill>
                  <a:srgbClr val="FFFFFF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210" name="Текст 2"/>
          <p:cNvSpPr>
            <a:spLocks noGrp="1"/>
          </p:cNvSpPr>
          <p:nvPr>
            <p:ph type="body" sz="quarter" idx="21"/>
          </p:nvPr>
        </p:nvSpPr>
        <p:spPr>
          <a:xfrm>
            <a:off x="6682481" y="2360274"/>
            <a:ext cx="4299188" cy="823913"/>
          </a:xfrm>
          <a:prstGeom prst="rect">
            <a:avLst/>
          </a:prstGeom>
        </p:spPr>
        <p:txBody>
          <a:bodyPr anchor="b"/>
          <a:lstStyle/>
          <a:p>
            <a:pPr marL="0" lvl="0" indent="0">
              <a:buSzTx/>
              <a:buFontTx/>
              <a:buNone/>
              <a:defRPr sz="2400" b="1">
                <a:solidFill>
                  <a:srgbClr val="FFFFFF"/>
                </a:solidFill>
              </a:defRPr>
            </a:pPr>
            <a:r>
              <a:rPr lang="ru-RU"/>
              <a:t>Образец текста</a:t>
            </a:r>
          </a:p>
        </p:txBody>
      </p:sp>
      <p:sp>
        <p:nvSpPr>
          <p:cNvPr id="211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15261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Прямоугольник 8"/>
          <p:cNvSpPr/>
          <p:nvPr/>
        </p:nvSpPr>
        <p:spPr>
          <a:xfrm>
            <a:off x="838199" y="2177143"/>
            <a:ext cx="2979059" cy="46808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0" name="Прямоугольник 9"/>
          <p:cNvSpPr/>
          <p:nvPr/>
        </p:nvSpPr>
        <p:spPr>
          <a:xfrm>
            <a:off x="4606471" y="2177143"/>
            <a:ext cx="2979058" cy="46808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1" name="Прямоугольник 10"/>
          <p:cNvSpPr/>
          <p:nvPr/>
        </p:nvSpPr>
        <p:spPr>
          <a:xfrm>
            <a:off x="8374743" y="2177141"/>
            <a:ext cx="2979058" cy="46808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028474" y="2180204"/>
            <a:ext cx="260009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>
                <a:solidFill>
                  <a:srgbClr val="FFFFFF"/>
                </a:solidFill>
              </a:defRPr>
            </a:lvl1pPr>
            <a:lvl2pPr marL="0" indent="457200">
              <a:buSzTx/>
              <a:buFontTx/>
              <a:buNone/>
              <a:defRPr sz="2400" b="1">
                <a:solidFill>
                  <a:srgbClr val="FFFFFF"/>
                </a:solidFill>
              </a:defRPr>
            </a:lvl2pPr>
            <a:lvl3pPr marL="0" indent="914400">
              <a:buSzTx/>
              <a:buFontTx/>
              <a:buNone/>
              <a:defRPr sz="2400" b="1">
                <a:solidFill>
                  <a:srgbClr val="FFFFFF"/>
                </a:solidFill>
              </a:defRPr>
            </a:lvl3pPr>
            <a:lvl4pPr marL="0" indent="1371600">
              <a:buSzTx/>
              <a:buFontTx/>
              <a:buNone/>
              <a:defRPr sz="2400" b="1">
                <a:solidFill>
                  <a:srgbClr val="FFFFFF"/>
                </a:solidFill>
              </a:defRPr>
            </a:lvl4pPr>
            <a:lvl5pPr marL="0" indent="1828800">
              <a:buSzTx/>
              <a:buFontTx/>
              <a:buNone/>
              <a:defRPr sz="2400" b="1">
                <a:solidFill>
                  <a:srgbClr val="FFFFFF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223" name="Текст 2"/>
          <p:cNvSpPr>
            <a:spLocks noGrp="1"/>
          </p:cNvSpPr>
          <p:nvPr>
            <p:ph type="body" sz="quarter" idx="21"/>
          </p:nvPr>
        </p:nvSpPr>
        <p:spPr>
          <a:xfrm>
            <a:off x="4794930" y="2180204"/>
            <a:ext cx="2600100" cy="823913"/>
          </a:xfrm>
          <a:prstGeom prst="rect">
            <a:avLst/>
          </a:prstGeom>
        </p:spPr>
        <p:txBody>
          <a:bodyPr anchor="b"/>
          <a:lstStyle/>
          <a:p>
            <a:pPr marL="0" lvl="0" indent="0">
              <a:buSzTx/>
              <a:buFontTx/>
              <a:buNone/>
              <a:defRPr sz="2400" b="1">
                <a:solidFill>
                  <a:srgbClr val="FFFFFF"/>
                </a:solidFill>
              </a:defRPr>
            </a:pPr>
            <a:r>
              <a:rPr lang="ru-RU"/>
              <a:t>Образец текста</a:t>
            </a:r>
          </a:p>
        </p:txBody>
      </p:sp>
      <p:sp>
        <p:nvSpPr>
          <p:cNvPr id="224" name="Текст 2"/>
          <p:cNvSpPr>
            <a:spLocks noGrp="1"/>
          </p:cNvSpPr>
          <p:nvPr>
            <p:ph type="body" sz="quarter" idx="22"/>
          </p:nvPr>
        </p:nvSpPr>
        <p:spPr>
          <a:xfrm>
            <a:off x="8561388" y="2177141"/>
            <a:ext cx="2600099" cy="823913"/>
          </a:xfrm>
          <a:prstGeom prst="rect">
            <a:avLst/>
          </a:prstGeom>
        </p:spPr>
        <p:txBody>
          <a:bodyPr anchor="b"/>
          <a:lstStyle/>
          <a:p>
            <a:pPr marL="0" lvl="0" indent="0">
              <a:buSzTx/>
              <a:buFontTx/>
              <a:buNone/>
              <a:defRPr sz="2400" b="1">
                <a:solidFill>
                  <a:srgbClr val="FFFFFF"/>
                </a:solidFill>
              </a:defRPr>
            </a:pPr>
            <a:r>
              <a:rPr lang="ru-RU"/>
              <a:t>Образец текста</a:t>
            </a:r>
          </a:p>
        </p:txBody>
      </p:sp>
      <p:sp>
        <p:nvSpPr>
          <p:cNvPr id="22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84967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Прямоугольник 8"/>
          <p:cNvSpPr/>
          <p:nvPr/>
        </p:nvSpPr>
        <p:spPr>
          <a:xfrm>
            <a:off x="678542" y="2177143"/>
            <a:ext cx="2573111" cy="46808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4" name="Прямоугольник 9"/>
          <p:cNvSpPr/>
          <p:nvPr/>
        </p:nvSpPr>
        <p:spPr>
          <a:xfrm>
            <a:off x="3437616" y="2177143"/>
            <a:ext cx="2573112" cy="46808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5" name="Прямоугольник 10"/>
          <p:cNvSpPr/>
          <p:nvPr/>
        </p:nvSpPr>
        <p:spPr>
          <a:xfrm>
            <a:off x="6185879" y="2177141"/>
            <a:ext cx="2573111" cy="46808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6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68815" y="2287134"/>
            <a:ext cx="2245792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>
                <a:solidFill>
                  <a:srgbClr val="FFFFFF"/>
                </a:solidFill>
              </a:defRPr>
            </a:lvl1pPr>
            <a:lvl2pPr marL="0" indent="457200">
              <a:buSzTx/>
              <a:buFontTx/>
              <a:buNone/>
              <a:defRPr sz="2400" b="1">
                <a:solidFill>
                  <a:srgbClr val="FFFFFF"/>
                </a:solidFill>
              </a:defRPr>
            </a:lvl2pPr>
            <a:lvl3pPr marL="0" indent="914400">
              <a:buSzTx/>
              <a:buFontTx/>
              <a:buNone/>
              <a:defRPr sz="2400" b="1">
                <a:solidFill>
                  <a:srgbClr val="FFFFFF"/>
                </a:solidFill>
              </a:defRPr>
            </a:lvl3pPr>
            <a:lvl4pPr marL="0" indent="1371600">
              <a:buSzTx/>
              <a:buFontTx/>
              <a:buNone/>
              <a:defRPr sz="2400" b="1">
                <a:solidFill>
                  <a:srgbClr val="FFFFFF"/>
                </a:solidFill>
              </a:defRPr>
            </a:lvl4pPr>
            <a:lvl5pPr marL="0" indent="1828800">
              <a:buSzTx/>
              <a:buFontTx/>
              <a:buNone/>
              <a:defRPr sz="2400" b="1">
                <a:solidFill>
                  <a:srgbClr val="FFFFFF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237" name="Текст 2"/>
          <p:cNvSpPr>
            <a:spLocks noGrp="1"/>
          </p:cNvSpPr>
          <p:nvPr>
            <p:ph type="body" sz="quarter" idx="21"/>
          </p:nvPr>
        </p:nvSpPr>
        <p:spPr>
          <a:xfrm>
            <a:off x="3626077" y="2287134"/>
            <a:ext cx="2245792" cy="823913"/>
          </a:xfrm>
          <a:prstGeom prst="rect">
            <a:avLst/>
          </a:prstGeom>
        </p:spPr>
        <p:txBody>
          <a:bodyPr anchor="b"/>
          <a:lstStyle/>
          <a:p>
            <a:pPr marL="0" lvl="0" indent="0">
              <a:buSzTx/>
              <a:buFontTx/>
              <a:buNone/>
              <a:defRPr sz="2400" b="1">
                <a:solidFill>
                  <a:srgbClr val="FFFFFF"/>
                </a:solidFill>
              </a:defRPr>
            </a:pPr>
            <a:r>
              <a:rPr lang="ru-RU"/>
              <a:t>Образец текста</a:t>
            </a:r>
          </a:p>
        </p:txBody>
      </p:sp>
      <p:sp>
        <p:nvSpPr>
          <p:cNvPr id="238" name="Текст 2"/>
          <p:cNvSpPr>
            <a:spLocks noGrp="1"/>
          </p:cNvSpPr>
          <p:nvPr>
            <p:ph type="body" sz="quarter" idx="22"/>
          </p:nvPr>
        </p:nvSpPr>
        <p:spPr>
          <a:xfrm>
            <a:off x="6372523" y="2284071"/>
            <a:ext cx="2245792" cy="823913"/>
          </a:xfrm>
          <a:prstGeom prst="rect">
            <a:avLst/>
          </a:prstGeom>
        </p:spPr>
        <p:txBody>
          <a:bodyPr anchor="b"/>
          <a:lstStyle/>
          <a:p>
            <a:pPr marL="0" lvl="0" indent="0">
              <a:buSzTx/>
              <a:buFontTx/>
              <a:buNone/>
              <a:defRPr sz="2400" b="1">
                <a:solidFill>
                  <a:srgbClr val="FFFFFF"/>
                </a:solidFill>
              </a:defRPr>
            </a:pPr>
            <a:r>
              <a:rPr lang="ru-RU"/>
              <a:t>Образец текста</a:t>
            </a:r>
          </a:p>
        </p:txBody>
      </p:sp>
      <p:sp>
        <p:nvSpPr>
          <p:cNvPr id="239" name="Прямоугольник 20"/>
          <p:cNvSpPr/>
          <p:nvPr/>
        </p:nvSpPr>
        <p:spPr>
          <a:xfrm>
            <a:off x="8945635" y="2177141"/>
            <a:ext cx="2573112" cy="46808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0" name="Текст 2"/>
          <p:cNvSpPr>
            <a:spLocks noGrp="1"/>
          </p:cNvSpPr>
          <p:nvPr>
            <p:ph type="body" sz="quarter" idx="23"/>
          </p:nvPr>
        </p:nvSpPr>
        <p:spPr>
          <a:xfrm>
            <a:off x="9132279" y="2284071"/>
            <a:ext cx="2245792" cy="823913"/>
          </a:xfrm>
          <a:prstGeom prst="rect">
            <a:avLst/>
          </a:prstGeom>
        </p:spPr>
        <p:txBody>
          <a:bodyPr anchor="b"/>
          <a:lstStyle/>
          <a:p>
            <a:pPr marL="0" lvl="0" indent="0">
              <a:buSzTx/>
              <a:buFontTx/>
              <a:buNone/>
              <a:defRPr sz="2400" b="1">
                <a:solidFill>
                  <a:srgbClr val="FFFFFF"/>
                </a:solidFill>
              </a:defRPr>
            </a:pPr>
            <a:r>
              <a:rPr lang="ru-RU"/>
              <a:t>Образец текста</a:t>
            </a:r>
          </a:p>
        </p:txBody>
      </p:sp>
      <p:sp>
        <p:nvSpPr>
          <p:cNvPr id="241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40714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124530" y="524932"/>
            <a:ext cx="3650669" cy="2051581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1A66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49" name="Рисунок 6"/>
          <p:cNvSpPr>
            <a:spLocks noGrp="1"/>
          </p:cNvSpPr>
          <p:nvPr>
            <p:ph type="pic" sz="half" idx="21"/>
          </p:nvPr>
        </p:nvSpPr>
        <p:spPr>
          <a:xfrm>
            <a:off x="5360563" y="3037416"/>
            <a:ext cx="6831438" cy="32363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250" name="Рисунок 6"/>
          <p:cNvSpPr>
            <a:spLocks noGrp="1"/>
          </p:cNvSpPr>
          <p:nvPr>
            <p:ph type="pic" sz="quarter" idx="22"/>
          </p:nvPr>
        </p:nvSpPr>
        <p:spPr>
          <a:xfrm>
            <a:off x="1122044" y="3037416"/>
            <a:ext cx="3873290" cy="32363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251" name="Прямоугольник 8"/>
          <p:cNvSpPr/>
          <p:nvPr/>
        </p:nvSpPr>
        <p:spPr>
          <a:xfrm>
            <a:off x="-1" y="0"/>
            <a:ext cx="169336" cy="6858000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52" name="Рисунок 6"/>
          <p:cNvSpPr>
            <a:spLocks noGrp="1"/>
          </p:cNvSpPr>
          <p:nvPr>
            <p:ph type="pic" sz="half" idx="23"/>
          </p:nvPr>
        </p:nvSpPr>
        <p:spPr>
          <a:xfrm>
            <a:off x="5360561" y="0"/>
            <a:ext cx="6831439" cy="2699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3818770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Прямоугольник 9"/>
          <p:cNvSpPr/>
          <p:nvPr/>
        </p:nvSpPr>
        <p:spPr>
          <a:xfrm>
            <a:off x="-2" y="0"/>
            <a:ext cx="6197603" cy="6858000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1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6634616" y="992187"/>
            <a:ext cx="4991327" cy="487362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262" name="Рисунок 12"/>
          <p:cNvSpPr>
            <a:spLocks noGrp="1"/>
          </p:cNvSpPr>
          <p:nvPr>
            <p:ph type="pic" sz="half" idx="21"/>
          </p:nvPr>
        </p:nvSpPr>
        <p:spPr>
          <a:xfrm>
            <a:off x="594180" y="696684"/>
            <a:ext cx="4907187" cy="547664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263" name="Прямоугольник 13"/>
          <p:cNvSpPr/>
          <p:nvPr/>
        </p:nvSpPr>
        <p:spPr>
          <a:xfrm>
            <a:off x="6473907" y="503916"/>
            <a:ext cx="520539" cy="54632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803B"/>
                </a:solidFill>
              </a:defRPr>
            </a:pPr>
            <a:endParaRPr/>
          </a:p>
        </p:txBody>
      </p:sp>
      <p:sp>
        <p:nvSpPr>
          <p:cNvPr id="264" name="Прямоугольник 14"/>
          <p:cNvSpPr/>
          <p:nvPr/>
        </p:nvSpPr>
        <p:spPr>
          <a:xfrm>
            <a:off x="7407233" y="195032"/>
            <a:ext cx="294304" cy="308885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803B"/>
                </a:solidFill>
              </a:defRPr>
            </a:pPr>
            <a:endParaRPr/>
          </a:p>
        </p:txBody>
      </p:sp>
      <p:sp>
        <p:nvSpPr>
          <p:cNvPr id="265" name="Прямоугольник 15"/>
          <p:cNvSpPr/>
          <p:nvPr/>
        </p:nvSpPr>
        <p:spPr>
          <a:xfrm>
            <a:off x="10143176" y="6173332"/>
            <a:ext cx="294304" cy="308885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803B"/>
                </a:solidFill>
              </a:defRPr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530995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Прямоугольник 8"/>
          <p:cNvSpPr/>
          <p:nvPr/>
        </p:nvSpPr>
        <p:spPr>
          <a:xfrm>
            <a:off x="939800" y="1891051"/>
            <a:ext cx="2612571" cy="4136574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803B"/>
                </a:solidFill>
              </a:defRPr>
            </a:pPr>
            <a:endParaRPr/>
          </a:p>
        </p:txBody>
      </p:sp>
      <p:sp>
        <p:nvSpPr>
          <p:cNvPr id="274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200" y="565488"/>
            <a:ext cx="10409916" cy="1325563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000000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5" name="Рисунок 3"/>
          <p:cNvSpPr>
            <a:spLocks noGrp="1"/>
          </p:cNvSpPr>
          <p:nvPr>
            <p:ph type="pic" sz="quarter" idx="21"/>
          </p:nvPr>
        </p:nvSpPr>
        <p:spPr>
          <a:xfrm>
            <a:off x="1247775" y="2195848"/>
            <a:ext cx="2613025" cy="410686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276" name="Прямоугольник 13"/>
          <p:cNvSpPr/>
          <p:nvPr/>
        </p:nvSpPr>
        <p:spPr>
          <a:xfrm>
            <a:off x="4633685" y="1891051"/>
            <a:ext cx="2612571" cy="4136574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803B"/>
                </a:solidFill>
              </a:defRPr>
            </a:pPr>
            <a:endParaRPr/>
          </a:p>
        </p:txBody>
      </p:sp>
      <p:sp>
        <p:nvSpPr>
          <p:cNvPr id="277" name="Рисунок 3"/>
          <p:cNvSpPr>
            <a:spLocks noGrp="1"/>
          </p:cNvSpPr>
          <p:nvPr>
            <p:ph type="pic" sz="quarter" idx="22"/>
          </p:nvPr>
        </p:nvSpPr>
        <p:spPr>
          <a:xfrm>
            <a:off x="4941659" y="2195848"/>
            <a:ext cx="2613026" cy="410686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278" name="Прямоугольник 21"/>
          <p:cNvSpPr/>
          <p:nvPr/>
        </p:nvSpPr>
        <p:spPr>
          <a:xfrm>
            <a:off x="8327115" y="1929035"/>
            <a:ext cx="2612572" cy="4136574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00803B"/>
                </a:solidFill>
              </a:defRPr>
            </a:pPr>
            <a:endParaRPr/>
          </a:p>
        </p:txBody>
      </p:sp>
      <p:sp>
        <p:nvSpPr>
          <p:cNvPr id="279" name="Рисунок 3"/>
          <p:cNvSpPr>
            <a:spLocks noGrp="1"/>
          </p:cNvSpPr>
          <p:nvPr>
            <p:ph type="pic" sz="quarter" idx="23"/>
          </p:nvPr>
        </p:nvSpPr>
        <p:spPr>
          <a:xfrm>
            <a:off x="8635090" y="2233833"/>
            <a:ext cx="2613026" cy="410686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280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09751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22073" y="2548391"/>
            <a:ext cx="3207657" cy="1600201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1A66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8" name="Прямоугольник 7"/>
          <p:cNvSpPr/>
          <p:nvPr/>
        </p:nvSpPr>
        <p:spPr>
          <a:xfrm>
            <a:off x="4049487" y="-4765"/>
            <a:ext cx="8142514" cy="4286479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9" name="Рисунок 9"/>
          <p:cNvSpPr>
            <a:spLocks noGrp="1"/>
          </p:cNvSpPr>
          <p:nvPr>
            <p:ph type="pic" sz="half" idx="21"/>
          </p:nvPr>
        </p:nvSpPr>
        <p:spPr>
          <a:xfrm>
            <a:off x="4049486" y="4281487"/>
            <a:ext cx="8142514" cy="25765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290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4323217" y="457200"/>
            <a:ext cx="7375298" cy="3345544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291" name="Прямоугольник 10"/>
          <p:cNvSpPr/>
          <p:nvPr/>
        </p:nvSpPr>
        <p:spPr>
          <a:xfrm>
            <a:off x="11168742" y="3119765"/>
            <a:ext cx="1059544" cy="1112039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2" name="Прямоугольник 11"/>
          <p:cNvSpPr/>
          <p:nvPr/>
        </p:nvSpPr>
        <p:spPr>
          <a:xfrm>
            <a:off x="11470176" y="2597497"/>
            <a:ext cx="573679" cy="60210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3" name="Прямоугольник 12"/>
          <p:cNvSpPr/>
          <p:nvPr/>
        </p:nvSpPr>
        <p:spPr>
          <a:xfrm>
            <a:off x="10119108" y="3629976"/>
            <a:ext cx="369014" cy="387297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4" name="Прямоугольник 13"/>
          <p:cNvSpPr/>
          <p:nvPr/>
        </p:nvSpPr>
        <p:spPr>
          <a:xfrm>
            <a:off x="360009" y="2521179"/>
            <a:ext cx="294303" cy="308885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3803644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22073" y="1633770"/>
            <a:ext cx="3207657" cy="1600201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1A66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03" name="Прямоугольник 7"/>
          <p:cNvSpPr/>
          <p:nvPr/>
        </p:nvSpPr>
        <p:spPr>
          <a:xfrm>
            <a:off x="4049487" y="-4765"/>
            <a:ext cx="8142514" cy="6862766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4" name="Прямоугольник 10"/>
          <p:cNvSpPr/>
          <p:nvPr/>
        </p:nvSpPr>
        <p:spPr>
          <a:xfrm>
            <a:off x="11274053" y="5745962"/>
            <a:ext cx="1059544" cy="1112039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5" name="Прямоугольник 11"/>
          <p:cNvSpPr/>
          <p:nvPr/>
        </p:nvSpPr>
        <p:spPr>
          <a:xfrm>
            <a:off x="11575488" y="5223693"/>
            <a:ext cx="573679" cy="60210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6" name="Прямоугольник 12"/>
          <p:cNvSpPr/>
          <p:nvPr/>
        </p:nvSpPr>
        <p:spPr>
          <a:xfrm>
            <a:off x="10224420" y="6256173"/>
            <a:ext cx="369014" cy="387297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7" name="Прямоугольник 13"/>
          <p:cNvSpPr/>
          <p:nvPr/>
        </p:nvSpPr>
        <p:spPr>
          <a:xfrm>
            <a:off x="327771" y="1389065"/>
            <a:ext cx="294303" cy="308885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8" name="Прямоугольник 5"/>
          <p:cNvSpPr/>
          <p:nvPr/>
        </p:nvSpPr>
        <p:spPr>
          <a:xfrm>
            <a:off x="4630057" y="1015999"/>
            <a:ext cx="6643997" cy="47299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622073" y="3478674"/>
            <a:ext cx="3207657" cy="174501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/>
            </a:lvl1pPr>
            <a:lvl2pPr marL="0" indent="457200">
              <a:buSzTx/>
              <a:buFontTx/>
              <a:buNone/>
              <a:defRPr sz="1800"/>
            </a:lvl2pPr>
            <a:lvl3pPr marL="0" indent="914400">
              <a:buSzTx/>
              <a:buFontTx/>
              <a:buNone/>
              <a:defRPr sz="1800"/>
            </a:lvl3pPr>
            <a:lvl4pPr marL="0" indent="1371600">
              <a:buSzTx/>
              <a:buFontTx/>
              <a:buNone/>
              <a:defRPr sz="1800"/>
            </a:lvl4pPr>
            <a:lvl5pPr marL="2171700" indent="-342900">
              <a:buFontTx/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310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0694643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975666" y="840014"/>
            <a:ext cx="6455648" cy="1131797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1A66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18" name="Прямоугольник 7"/>
          <p:cNvSpPr/>
          <p:nvPr/>
        </p:nvSpPr>
        <p:spPr>
          <a:xfrm>
            <a:off x="10638972" y="5545139"/>
            <a:ext cx="1553029" cy="1325001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9" name="Прямоугольник 13"/>
          <p:cNvSpPr/>
          <p:nvPr/>
        </p:nvSpPr>
        <p:spPr>
          <a:xfrm>
            <a:off x="474921" y="323743"/>
            <a:ext cx="294304" cy="308886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0" name="Рисунок 3"/>
          <p:cNvSpPr>
            <a:spLocks noGrp="1"/>
          </p:cNvSpPr>
          <p:nvPr>
            <p:ph type="pic" sz="quarter" idx="21"/>
          </p:nvPr>
        </p:nvSpPr>
        <p:spPr>
          <a:xfrm>
            <a:off x="0" y="5545137"/>
            <a:ext cx="10609264" cy="131286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321" name="Прямоугольник 14"/>
          <p:cNvSpPr/>
          <p:nvPr/>
        </p:nvSpPr>
        <p:spPr>
          <a:xfrm>
            <a:off x="975666" y="0"/>
            <a:ext cx="446736" cy="46886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2917086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124530" y="524932"/>
            <a:ext cx="3650669" cy="2051581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1A66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30" name="Рисунок 6"/>
          <p:cNvSpPr>
            <a:spLocks noGrp="1"/>
          </p:cNvSpPr>
          <p:nvPr>
            <p:ph type="pic" sz="quarter" idx="21"/>
          </p:nvPr>
        </p:nvSpPr>
        <p:spPr>
          <a:xfrm>
            <a:off x="1337676" y="2993874"/>
            <a:ext cx="3618108" cy="21045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331" name="Прямоугольник 8"/>
          <p:cNvSpPr/>
          <p:nvPr/>
        </p:nvSpPr>
        <p:spPr>
          <a:xfrm>
            <a:off x="-1" y="2993874"/>
            <a:ext cx="1337678" cy="2104572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332" name="Рисунок 6"/>
          <p:cNvSpPr>
            <a:spLocks noGrp="1"/>
          </p:cNvSpPr>
          <p:nvPr>
            <p:ph type="pic" sz="quarter" idx="22"/>
          </p:nvPr>
        </p:nvSpPr>
        <p:spPr>
          <a:xfrm>
            <a:off x="4955783" y="2993874"/>
            <a:ext cx="3618109" cy="21045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333" name="Рисунок 6"/>
          <p:cNvSpPr>
            <a:spLocks noGrp="1"/>
          </p:cNvSpPr>
          <p:nvPr>
            <p:ph type="pic" sz="quarter" idx="23"/>
          </p:nvPr>
        </p:nvSpPr>
        <p:spPr>
          <a:xfrm>
            <a:off x="8573892" y="2993874"/>
            <a:ext cx="3618108" cy="21045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33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775130" y="5326931"/>
            <a:ext cx="2743201" cy="738188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457200" algn="ctr">
              <a:buSzTx/>
              <a:buFontTx/>
              <a:buNone/>
              <a:defRPr sz="1800"/>
            </a:lvl2pPr>
            <a:lvl3pPr marL="0" indent="914400" algn="ctr">
              <a:buSzTx/>
              <a:buFontTx/>
              <a:buNone/>
              <a:defRPr sz="1800"/>
            </a:lvl3pPr>
            <a:lvl4pPr marL="0" indent="1371600" algn="ctr">
              <a:buSzTx/>
              <a:buFontTx/>
              <a:buNone/>
              <a:defRPr sz="1800"/>
            </a:lvl4pPr>
            <a:lvl5pPr marL="0" indent="1828800" algn="ctr">
              <a:buSzTx/>
              <a:buFontTx/>
              <a:buNone/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335" name="Текст 2"/>
          <p:cNvSpPr>
            <a:spLocks noGrp="1"/>
          </p:cNvSpPr>
          <p:nvPr>
            <p:ph type="body" sz="quarter" idx="24"/>
          </p:nvPr>
        </p:nvSpPr>
        <p:spPr>
          <a:xfrm>
            <a:off x="5393237" y="5326931"/>
            <a:ext cx="2743201" cy="738188"/>
          </a:xfrm>
          <a:prstGeom prst="rect">
            <a:avLst/>
          </a:prstGeom>
        </p:spPr>
        <p:txBody>
          <a:bodyPr/>
          <a:lstStyle/>
          <a:p>
            <a:pPr marL="0" lvl="0" indent="0" algn="ctr">
              <a:buSzTx/>
              <a:buFontTx/>
              <a:buNone/>
              <a:defRPr sz="1800"/>
            </a:pPr>
            <a:r>
              <a:rPr lang="ru-RU"/>
              <a:t>Образец текста</a:t>
            </a:r>
          </a:p>
        </p:txBody>
      </p:sp>
      <p:sp>
        <p:nvSpPr>
          <p:cNvPr id="336" name="Текст 2"/>
          <p:cNvSpPr>
            <a:spLocks noGrp="1"/>
          </p:cNvSpPr>
          <p:nvPr>
            <p:ph type="body" sz="quarter" idx="25"/>
          </p:nvPr>
        </p:nvSpPr>
        <p:spPr>
          <a:xfrm>
            <a:off x="9011346" y="5326931"/>
            <a:ext cx="2743201" cy="738188"/>
          </a:xfrm>
          <a:prstGeom prst="rect">
            <a:avLst/>
          </a:prstGeom>
        </p:spPr>
        <p:txBody>
          <a:bodyPr/>
          <a:lstStyle/>
          <a:p>
            <a:pPr marL="0" lvl="0" indent="0" algn="ctr">
              <a:buSzTx/>
              <a:buFontTx/>
              <a:buNone/>
              <a:defRPr sz="1800"/>
            </a:pPr>
            <a:r>
              <a:rPr lang="ru-RU"/>
              <a:t>Образец текста</a:t>
            </a:r>
          </a:p>
        </p:txBody>
      </p:sp>
      <p:sp>
        <p:nvSpPr>
          <p:cNvPr id="337" name="Прямоугольник 15"/>
          <p:cNvSpPr/>
          <p:nvPr/>
        </p:nvSpPr>
        <p:spPr>
          <a:xfrm>
            <a:off x="10972799" y="524932"/>
            <a:ext cx="462418" cy="48532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8" name="Прямоугольник 16"/>
          <p:cNvSpPr/>
          <p:nvPr/>
        </p:nvSpPr>
        <p:spPr>
          <a:xfrm>
            <a:off x="11587129" y="1117711"/>
            <a:ext cx="334835" cy="351424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9" name="Прямоугольник 17"/>
          <p:cNvSpPr/>
          <p:nvPr/>
        </p:nvSpPr>
        <p:spPr>
          <a:xfrm>
            <a:off x="1170258" y="5520313"/>
            <a:ext cx="334835" cy="351424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0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29594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Прямоугольник 9"/>
          <p:cNvSpPr/>
          <p:nvPr/>
        </p:nvSpPr>
        <p:spPr>
          <a:xfrm>
            <a:off x="-1" y="1"/>
            <a:ext cx="7284812" cy="6858001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8" name="Рисунок 12"/>
          <p:cNvSpPr>
            <a:spLocks noGrp="1"/>
          </p:cNvSpPr>
          <p:nvPr>
            <p:ph type="pic" sz="quarter" idx="21"/>
          </p:nvPr>
        </p:nvSpPr>
        <p:spPr>
          <a:xfrm>
            <a:off x="7284812" y="1"/>
            <a:ext cx="4907188" cy="29464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349" name="Рисунок 12"/>
          <p:cNvSpPr>
            <a:spLocks noGrp="1"/>
          </p:cNvSpPr>
          <p:nvPr>
            <p:ph type="pic" sz="quarter" idx="22"/>
          </p:nvPr>
        </p:nvSpPr>
        <p:spPr>
          <a:xfrm>
            <a:off x="7284811" y="2946400"/>
            <a:ext cx="4907188" cy="245291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350" name="Рисунок 12"/>
          <p:cNvSpPr>
            <a:spLocks noGrp="1"/>
          </p:cNvSpPr>
          <p:nvPr>
            <p:ph type="pic" sz="quarter" idx="23"/>
          </p:nvPr>
        </p:nvSpPr>
        <p:spPr>
          <a:xfrm>
            <a:off x="7284812" y="5399313"/>
            <a:ext cx="4907188" cy="145868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351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596672" y="2061029"/>
            <a:ext cx="6079899" cy="428579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262626"/>
                </a:solidFill>
              </a:defRPr>
            </a:lvl1pPr>
            <a:lvl2pPr marL="731519" indent="-274319">
              <a:defRPr sz="2400">
                <a:solidFill>
                  <a:srgbClr val="262626"/>
                </a:solidFill>
              </a:defRPr>
            </a:lvl2pPr>
            <a:lvl3pPr marL="1219200" indent="-304800">
              <a:defRPr sz="2400">
                <a:solidFill>
                  <a:srgbClr val="262626"/>
                </a:solidFill>
              </a:defRPr>
            </a:lvl3pPr>
            <a:lvl4pPr marL="1714500" indent="-342900">
              <a:defRPr sz="2400">
                <a:solidFill>
                  <a:srgbClr val="262626"/>
                </a:solidFill>
              </a:defRPr>
            </a:lvl4pPr>
            <a:lvl5pPr marL="2171700" indent="-342900">
              <a:defRPr sz="2400">
                <a:solidFill>
                  <a:srgbClr val="262626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35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96672" y="560008"/>
            <a:ext cx="5552040" cy="1202269"/>
          </a:xfrm>
          <a:prstGeom prst="rect">
            <a:avLst/>
          </a:prstGeom>
        </p:spPr>
        <p:txBody>
          <a:bodyPr anchor="b"/>
          <a:lstStyle/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3" name="Прямоугольник 18"/>
          <p:cNvSpPr/>
          <p:nvPr/>
        </p:nvSpPr>
        <p:spPr>
          <a:xfrm rot="5400000">
            <a:off x="14680" y="5772208"/>
            <a:ext cx="1059543" cy="1112039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4" name="Прямоугольник 19"/>
          <p:cNvSpPr/>
          <p:nvPr/>
        </p:nvSpPr>
        <p:spPr>
          <a:xfrm rot="5400000">
            <a:off x="857620" y="6057689"/>
            <a:ext cx="573679" cy="60210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5" name="Прямоугольник 20"/>
          <p:cNvSpPr/>
          <p:nvPr/>
        </p:nvSpPr>
        <p:spPr>
          <a:xfrm rot="5400000">
            <a:off x="446550" y="4909127"/>
            <a:ext cx="369014" cy="387297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6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270771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Прямоугольник 9"/>
          <p:cNvSpPr/>
          <p:nvPr/>
        </p:nvSpPr>
        <p:spPr>
          <a:xfrm>
            <a:off x="10914742" y="0"/>
            <a:ext cx="1277258" cy="6858000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4" name="Рисунок 2"/>
          <p:cNvSpPr>
            <a:spLocks noGrp="1"/>
          </p:cNvSpPr>
          <p:nvPr>
            <p:ph type="pic" idx="21"/>
          </p:nvPr>
        </p:nvSpPr>
        <p:spPr>
          <a:xfrm>
            <a:off x="0" y="1"/>
            <a:ext cx="10885489" cy="34689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365" name="Прямоугольник 13"/>
          <p:cNvSpPr/>
          <p:nvPr/>
        </p:nvSpPr>
        <p:spPr>
          <a:xfrm>
            <a:off x="1857828" y="3819676"/>
            <a:ext cx="653144" cy="685503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6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12798" y="4644759"/>
            <a:ext cx="2743201" cy="738188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457200" algn="ctr">
              <a:buSzTx/>
              <a:buFontTx/>
              <a:buNone/>
              <a:defRPr sz="1800"/>
            </a:lvl2pPr>
            <a:lvl3pPr marL="0" indent="914400" algn="ctr">
              <a:buSzTx/>
              <a:buFontTx/>
              <a:buNone/>
              <a:defRPr sz="1800"/>
            </a:lvl3pPr>
            <a:lvl4pPr marL="0" indent="1371600" algn="ctr">
              <a:buSzTx/>
              <a:buFontTx/>
              <a:buNone/>
              <a:defRPr sz="1800"/>
            </a:lvl4pPr>
            <a:lvl5pPr marL="0" indent="1828800" algn="ctr">
              <a:buSzTx/>
              <a:buFontTx/>
              <a:buNone/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367" name="Прямоугольник 22"/>
          <p:cNvSpPr/>
          <p:nvPr/>
        </p:nvSpPr>
        <p:spPr>
          <a:xfrm>
            <a:off x="5014683" y="3819676"/>
            <a:ext cx="653144" cy="685503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8" name="Текст 2"/>
          <p:cNvSpPr>
            <a:spLocks noGrp="1"/>
          </p:cNvSpPr>
          <p:nvPr>
            <p:ph type="body" sz="quarter" idx="22"/>
          </p:nvPr>
        </p:nvSpPr>
        <p:spPr>
          <a:xfrm>
            <a:off x="3969654" y="4644759"/>
            <a:ext cx="2743201" cy="738188"/>
          </a:xfrm>
          <a:prstGeom prst="rect">
            <a:avLst/>
          </a:prstGeom>
        </p:spPr>
        <p:txBody>
          <a:bodyPr/>
          <a:lstStyle/>
          <a:p>
            <a:pPr marL="0" lvl="0" indent="0" algn="ctr">
              <a:buSzTx/>
              <a:buFontTx/>
              <a:buNone/>
              <a:defRPr sz="1800"/>
            </a:pPr>
            <a:r>
              <a:rPr lang="ru-RU"/>
              <a:t>Образец текста</a:t>
            </a:r>
          </a:p>
        </p:txBody>
      </p:sp>
      <p:sp>
        <p:nvSpPr>
          <p:cNvPr id="369" name="Прямоугольник 24"/>
          <p:cNvSpPr/>
          <p:nvPr/>
        </p:nvSpPr>
        <p:spPr>
          <a:xfrm>
            <a:off x="8171539" y="3819676"/>
            <a:ext cx="653144" cy="685503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0" name="Текст 2"/>
          <p:cNvSpPr>
            <a:spLocks noGrp="1"/>
          </p:cNvSpPr>
          <p:nvPr>
            <p:ph type="body" sz="quarter" idx="23"/>
          </p:nvPr>
        </p:nvSpPr>
        <p:spPr>
          <a:xfrm>
            <a:off x="7126510" y="4644759"/>
            <a:ext cx="2743201" cy="738188"/>
          </a:xfrm>
          <a:prstGeom prst="rect">
            <a:avLst/>
          </a:prstGeom>
        </p:spPr>
        <p:txBody>
          <a:bodyPr/>
          <a:lstStyle/>
          <a:p>
            <a:pPr marL="0" lvl="0" indent="0" algn="ctr">
              <a:buSzTx/>
              <a:buFontTx/>
              <a:buNone/>
              <a:defRPr sz="1800"/>
            </a:pPr>
            <a:r>
              <a:rPr lang="ru-RU"/>
              <a:t>Образец текста</a:t>
            </a:r>
          </a:p>
        </p:txBody>
      </p:sp>
      <p:sp>
        <p:nvSpPr>
          <p:cNvPr id="371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907912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Прямоугольник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9" name="Рисунок 12"/>
          <p:cNvSpPr>
            <a:spLocks noGrp="1"/>
          </p:cNvSpPr>
          <p:nvPr>
            <p:ph type="pic" sz="quarter" idx="21"/>
          </p:nvPr>
        </p:nvSpPr>
        <p:spPr>
          <a:xfrm>
            <a:off x="10732" y="2815770"/>
            <a:ext cx="1874897" cy="31194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38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96673" y="944010"/>
            <a:ext cx="4918757" cy="1202268"/>
          </a:xfrm>
          <a:prstGeom prst="rect">
            <a:avLst/>
          </a:prstGeom>
        </p:spPr>
        <p:txBody>
          <a:bodyPr anchor="b"/>
          <a:lstStyle/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81" name="Прямоугольник 1"/>
          <p:cNvSpPr/>
          <p:nvPr/>
        </p:nvSpPr>
        <p:spPr>
          <a:xfrm>
            <a:off x="5788812" y="0"/>
            <a:ext cx="573314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382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6096001" y="560008"/>
            <a:ext cx="5016821" cy="57827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383" name="Рисунок 12"/>
          <p:cNvSpPr>
            <a:spLocks noGrp="1"/>
          </p:cNvSpPr>
          <p:nvPr>
            <p:ph type="pic" sz="quarter" idx="22"/>
          </p:nvPr>
        </p:nvSpPr>
        <p:spPr>
          <a:xfrm>
            <a:off x="1903978" y="2815770"/>
            <a:ext cx="1986804" cy="31194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384" name="Рисунок 12"/>
          <p:cNvSpPr>
            <a:spLocks noGrp="1"/>
          </p:cNvSpPr>
          <p:nvPr>
            <p:ph type="pic" sz="quarter" idx="23"/>
          </p:nvPr>
        </p:nvSpPr>
        <p:spPr>
          <a:xfrm>
            <a:off x="3902350" y="2815770"/>
            <a:ext cx="1874896" cy="31194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38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604971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Рисунок 12"/>
          <p:cNvSpPr>
            <a:spLocks noGrp="1"/>
          </p:cNvSpPr>
          <p:nvPr>
            <p:ph type="pic" idx="21"/>
          </p:nvPr>
        </p:nvSpPr>
        <p:spPr>
          <a:xfrm>
            <a:off x="5413828" y="0"/>
            <a:ext cx="6778172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393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4107541" y="1156202"/>
            <a:ext cx="3483430" cy="2023549"/>
          </a:xfrm>
          <a:prstGeom prst="rect">
            <a:avLst/>
          </a:prstGeom>
          <a:solidFill>
            <a:srgbClr val="1A66FF"/>
          </a:solidFill>
          <a:ln w="19050">
            <a:solidFill>
              <a:srgbClr val="FFFFFF"/>
            </a:solidFill>
            <a:miter lim="800000"/>
          </a:ln>
        </p:spPr>
        <p:txBody>
          <a:bodyPr/>
          <a:lstStyle>
            <a:lvl1pPr algn="ctr">
              <a:defRPr sz="2400"/>
            </a:lvl1pPr>
          </a:lstStyle>
          <a:p>
            <a:r>
              <a:t>Образец заголовка</a:t>
            </a:r>
          </a:p>
        </p:txBody>
      </p:sp>
      <p:grpSp>
        <p:nvGrpSpPr>
          <p:cNvPr id="396" name="Заголовок 1"/>
          <p:cNvGrpSpPr/>
          <p:nvPr/>
        </p:nvGrpSpPr>
        <p:grpSpPr>
          <a:xfrm>
            <a:off x="8122887" y="1156202"/>
            <a:ext cx="3483429" cy="2023549"/>
            <a:chOff x="0" y="0"/>
            <a:chExt cx="3483428" cy="2023548"/>
          </a:xfrm>
        </p:grpSpPr>
        <p:sp>
          <p:nvSpPr>
            <p:cNvPr id="394" name="Прямоугольник"/>
            <p:cNvSpPr/>
            <p:nvPr/>
          </p:nvSpPr>
          <p:spPr>
            <a:xfrm>
              <a:off x="-1" y="0"/>
              <a:ext cx="3483430" cy="2023549"/>
            </a:xfrm>
            <a:prstGeom prst="rect">
              <a:avLst/>
            </a:prstGeom>
            <a:solidFill>
              <a:srgbClr val="1A66FF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90000"/>
                </a:lnSpc>
                <a:defRPr sz="4400">
                  <a:solidFill>
                    <a:srgbClr val="FFFFFF"/>
                  </a:solidFill>
                  <a:latin typeface="PermianSerifTypeface"/>
                  <a:ea typeface="PermianSerifTypeface"/>
                  <a:cs typeface="PermianSerifTypeface"/>
                  <a:sym typeface="PermianSerifTypeface"/>
                </a:defRPr>
              </a:pPr>
              <a:endParaRPr/>
            </a:p>
          </p:txBody>
        </p:sp>
        <p:sp>
          <p:nvSpPr>
            <p:cNvPr id="395" name="Образец…"/>
            <p:cNvSpPr txBox="1"/>
            <p:nvPr/>
          </p:nvSpPr>
          <p:spPr>
            <a:xfrm>
              <a:off x="55244" y="9525"/>
              <a:ext cx="3372940" cy="20044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normAutofit/>
            </a:bodyPr>
            <a:lstStyle/>
            <a:p>
              <a:pPr algn="ctr">
                <a:lnSpc>
                  <a:spcPct val="90000"/>
                </a:lnSpc>
                <a:defRPr sz="2400">
                  <a:solidFill>
                    <a:srgbClr val="FFFFFF"/>
                  </a:solidFill>
                  <a:latin typeface="PermianSerifTypeface"/>
                  <a:ea typeface="PermianSerifTypeface"/>
                  <a:cs typeface="PermianSerifTypeface"/>
                  <a:sym typeface="PermianSerifTypeface"/>
                </a:defRPr>
              </a:pPr>
              <a:r>
                <a:t>Образец </a:t>
              </a:r>
              <a:endParaRPr sz="4400"/>
            </a:p>
            <a:p>
              <a:pPr algn="ctr">
                <a:lnSpc>
                  <a:spcPct val="90000"/>
                </a:lnSpc>
                <a:defRPr sz="2400">
                  <a:solidFill>
                    <a:srgbClr val="FFFFFF"/>
                  </a:solidFill>
                  <a:latin typeface="PermianSerifTypeface"/>
                  <a:ea typeface="PermianSerifTypeface"/>
                  <a:cs typeface="PermianSerifTypeface"/>
                  <a:sym typeface="PermianSerifTypeface"/>
                </a:defRPr>
              </a:pPr>
              <a:r>
                <a:t>заголовка</a:t>
              </a:r>
            </a:p>
          </p:txBody>
        </p:sp>
      </p:grpSp>
      <p:grpSp>
        <p:nvGrpSpPr>
          <p:cNvPr id="399" name="Заголовок 1"/>
          <p:cNvGrpSpPr/>
          <p:nvPr/>
        </p:nvGrpSpPr>
        <p:grpSpPr>
          <a:xfrm>
            <a:off x="4107541" y="3776029"/>
            <a:ext cx="3483429" cy="2023550"/>
            <a:chOff x="0" y="0"/>
            <a:chExt cx="3483428" cy="2023548"/>
          </a:xfrm>
        </p:grpSpPr>
        <p:sp>
          <p:nvSpPr>
            <p:cNvPr id="397" name="Прямоугольник"/>
            <p:cNvSpPr/>
            <p:nvPr/>
          </p:nvSpPr>
          <p:spPr>
            <a:xfrm>
              <a:off x="-1" y="0"/>
              <a:ext cx="3483430" cy="2023549"/>
            </a:xfrm>
            <a:prstGeom prst="rect">
              <a:avLst/>
            </a:prstGeom>
            <a:solidFill>
              <a:srgbClr val="1A66FF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90000"/>
                </a:lnSpc>
                <a:defRPr sz="4400">
                  <a:solidFill>
                    <a:srgbClr val="FFFFFF"/>
                  </a:solidFill>
                  <a:latin typeface="PermianSerifTypeface"/>
                  <a:ea typeface="PermianSerifTypeface"/>
                  <a:cs typeface="PermianSerifTypeface"/>
                  <a:sym typeface="PermianSerifTypeface"/>
                </a:defRPr>
              </a:pPr>
              <a:endParaRPr/>
            </a:p>
          </p:txBody>
        </p:sp>
        <p:sp>
          <p:nvSpPr>
            <p:cNvPr id="398" name="Образец…"/>
            <p:cNvSpPr txBox="1"/>
            <p:nvPr/>
          </p:nvSpPr>
          <p:spPr>
            <a:xfrm>
              <a:off x="55244" y="9525"/>
              <a:ext cx="3372940" cy="20044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normAutofit/>
            </a:bodyPr>
            <a:lstStyle/>
            <a:p>
              <a:pPr algn="ctr">
                <a:lnSpc>
                  <a:spcPct val="90000"/>
                </a:lnSpc>
                <a:defRPr sz="2400">
                  <a:solidFill>
                    <a:srgbClr val="FFFFFF"/>
                  </a:solidFill>
                  <a:latin typeface="PermianSerifTypeface"/>
                  <a:ea typeface="PermianSerifTypeface"/>
                  <a:cs typeface="PermianSerifTypeface"/>
                  <a:sym typeface="PermianSerifTypeface"/>
                </a:defRPr>
              </a:pPr>
              <a:r>
                <a:t>Образец </a:t>
              </a:r>
              <a:endParaRPr sz="4400"/>
            </a:p>
            <a:p>
              <a:pPr algn="ctr">
                <a:lnSpc>
                  <a:spcPct val="90000"/>
                </a:lnSpc>
                <a:defRPr sz="2400">
                  <a:solidFill>
                    <a:srgbClr val="FFFFFF"/>
                  </a:solidFill>
                  <a:latin typeface="PermianSerifTypeface"/>
                  <a:ea typeface="PermianSerifTypeface"/>
                  <a:cs typeface="PermianSerifTypeface"/>
                  <a:sym typeface="PermianSerifTypeface"/>
                </a:defRPr>
              </a:pPr>
              <a:r>
                <a:t>заголовка</a:t>
              </a:r>
            </a:p>
          </p:txBody>
        </p:sp>
      </p:grpSp>
      <p:grpSp>
        <p:nvGrpSpPr>
          <p:cNvPr id="402" name="Заголовок 1"/>
          <p:cNvGrpSpPr/>
          <p:nvPr/>
        </p:nvGrpSpPr>
        <p:grpSpPr>
          <a:xfrm>
            <a:off x="8122887" y="3776029"/>
            <a:ext cx="3483429" cy="2023550"/>
            <a:chOff x="0" y="0"/>
            <a:chExt cx="3483428" cy="2023548"/>
          </a:xfrm>
        </p:grpSpPr>
        <p:sp>
          <p:nvSpPr>
            <p:cNvPr id="400" name="Прямоугольник"/>
            <p:cNvSpPr/>
            <p:nvPr/>
          </p:nvSpPr>
          <p:spPr>
            <a:xfrm>
              <a:off x="-1" y="0"/>
              <a:ext cx="3483430" cy="2023549"/>
            </a:xfrm>
            <a:prstGeom prst="rect">
              <a:avLst/>
            </a:prstGeom>
            <a:solidFill>
              <a:srgbClr val="1A66FF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90000"/>
                </a:lnSpc>
                <a:defRPr sz="4400">
                  <a:solidFill>
                    <a:srgbClr val="FFFFFF"/>
                  </a:solidFill>
                  <a:latin typeface="PermianSerifTypeface"/>
                  <a:ea typeface="PermianSerifTypeface"/>
                  <a:cs typeface="PermianSerifTypeface"/>
                  <a:sym typeface="PermianSerifTypeface"/>
                </a:defRPr>
              </a:pPr>
              <a:endParaRPr/>
            </a:p>
          </p:txBody>
        </p:sp>
        <p:sp>
          <p:nvSpPr>
            <p:cNvPr id="401" name="Образец…"/>
            <p:cNvSpPr txBox="1"/>
            <p:nvPr/>
          </p:nvSpPr>
          <p:spPr>
            <a:xfrm>
              <a:off x="55244" y="9525"/>
              <a:ext cx="3372940" cy="20044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normAutofit/>
            </a:bodyPr>
            <a:lstStyle/>
            <a:p>
              <a:pPr algn="ctr">
                <a:lnSpc>
                  <a:spcPct val="90000"/>
                </a:lnSpc>
                <a:defRPr sz="2400">
                  <a:solidFill>
                    <a:srgbClr val="FFFFFF"/>
                  </a:solidFill>
                  <a:latin typeface="PermianSerifTypeface"/>
                  <a:ea typeface="PermianSerifTypeface"/>
                  <a:cs typeface="PermianSerifTypeface"/>
                  <a:sym typeface="PermianSerifTypeface"/>
                </a:defRPr>
              </a:pPr>
              <a:r>
                <a:t>Образец </a:t>
              </a:r>
              <a:endParaRPr sz="4400"/>
            </a:p>
            <a:p>
              <a:pPr algn="ctr">
                <a:lnSpc>
                  <a:spcPct val="90000"/>
                </a:lnSpc>
                <a:defRPr sz="2400">
                  <a:solidFill>
                    <a:srgbClr val="FFFFFF"/>
                  </a:solidFill>
                  <a:latin typeface="PermianSerifTypeface"/>
                  <a:ea typeface="PermianSerifTypeface"/>
                  <a:cs typeface="PermianSerifTypeface"/>
                  <a:sym typeface="PermianSerifTypeface"/>
                </a:defRPr>
              </a:pPr>
              <a:r>
                <a:t>заголовка</a:t>
              </a:r>
            </a:p>
          </p:txBody>
        </p:sp>
      </p:grpSp>
      <p:sp>
        <p:nvSpPr>
          <p:cNvPr id="403" name="Заголовок 1"/>
          <p:cNvSpPr txBox="1"/>
          <p:nvPr/>
        </p:nvSpPr>
        <p:spPr>
          <a:xfrm>
            <a:off x="676764" y="2039933"/>
            <a:ext cx="3559229" cy="2051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normAutofit/>
          </a:bodyPr>
          <a:lstStyle>
            <a:lvl1pPr>
              <a:lnSpc>
                <a:spcPct val="90000"/>
              </a:lnSpc>
              <a:defRPr sz="4400">
                <a:solidFill>
                  <a:srgbClr val="1A66FF"/>
                </a:solidFill>
                <a:latin typeface="PermianSerifTypeface"/>
                <a:ea typeface="PermianSerifTypeface"/>
                <a:cs typeface="PermianSerifTypeface"/>
                <a:sym typeface="PermianSerifTypeface"/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id="404" name="Прямоугольник 22"/>
          <p:cNvSpPr/>
          <p:nvPr/>
        </p:nvSpPr>
        <p:spPr>
          <a:xfrm>
            <a:off x="2163104" y="6255897"/>
            <a:ext cx="573679" cy="602102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5" name="Прямоугольник 23"/>
          <p:cNvSpPr/>
          <p:nvPr/>
        </p:nvSpPr>
        <p:spPr>
          <a:xfrm>
            <a:off x="415452" y="5799578"/>
            <a:ext cx="369014" cy="387297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6" name="Прямоугольник 24"/>
          <p:cNvSpPr/>
          <p:nvPr/>
        </p:nvSpPr>
        <p:spPr>
          <a:xfrm>
            <a:off x="1746594" y="638413"/>
            <a:ext cx="235301" cy="246958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6797918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Прямоугольник 9"/>
          <p:cNvSpPr/>
          <p:nvPr/>
        </p:nvSpPr>
        <p:spPr>
          <a:xfrm>
            <a:off x="-3" y="0"/>
            <a:ext cx="12192003" cy="6858000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96672" y="560008"/>
            <a:ext cx="10884129" cy="1202269"/>
          </a:xfrm>
          <a:prstGeom prst="rect">
            <a:avLst/>
          </a:prstGeom>
        </p:spPr>
        <p:txBody>
          <a:bodyPr anchor="b"/>
          <a:lstStyle>
            <a:lvl1pPr algn="ctr"/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16" name="Прямоугольник 18"/>
          <p:cNvSpPr/>
          <p:nvPr/>
        </p:nvSpPr>
        <p:spPr>
          <a:xfrm rot="5400000">
            <a:off x="14680" y="5960895"/>
            <a:ext cx="1059543" cy="1112039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7" name="Прямоугольник 19"/>
          <p:cNvSpPr/>
          <p:nvPr/>
        </p:nvSpPr>
        <p:spPr>
          <a:xfrm rot="5400000">
            <a:off x="857620" y="6057691"/>
            <a:ext cx="573679" cy="60210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8" name="Прямоугольник 20"/>
          <p:cNvSpPr/>
          <p:nvPr/>
        </p:nvSpPr>
        <p:spPr>
          <a:xfrm rot="5400000">
            <a:off x="113294" y="4662234"/>
            <a:ext cx="369015" cy="387297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9" name="Прямоугольник 10"/>
          <p:cNvSpPr/>
          <p:nvPr/>
        </p:nvSpPr>
        <p:spPr>
          <a:xfrm>
            <a:off x="1504139" y="2451380"/>
            <a:ext cx="1959431" cy="20565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112254" y="4644609"/>
            <a:ext cx="2743201" cy="738188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18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18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18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1800">
                <a:solidFill>
                  <a:srgbClr val="FFFFFF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421" name="Прямоугольник 14"/>
          <p:cNvSpPr/>
          <p:nvPr/>
        </p:nvSpPr>
        <p:spPr>
          <a:xfrm>
            <a:off x="5168996" y="2451380"/>
            <a:ext cx="1959431" cy="20565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2" name="Текст 2"/>
          <p:cNvSpPr>
            <a:spLocks noGrp="1"/>
          </p:cNvSpPr>
          <p:nvPr>
            <p:ph type="body" sz="quarter" idx="21"/>
          </p:nvPr>
        </p:nvSpPr>
        <p:spPr>
          <a:xfrm>
            <a:off x="4777111" y="4644609"/>
            <a:ext cx="2743201" cy="738188"/>
          </a:xfrm>
          <a:prstGeom prst="rect">
            <a:avLst/>
          </a:prstGeom>
        </p:spPr>
        <p:txBody>
          <a:bodyPr/>
          <a:lstStyle/>
          <a:p>
            <a:pPr marL="0" lvl="0" indent="0" algn="ctr">
              <a:buSzTx/>
              <a:buFontTx/>
              <a:buNone/>
              <a:defRPr sz="1800">
                <a:solidFill>
                  <a:srgbClr val="262626"/>
                </a:solidFill>
              </a:defRPr>
            </a:pPr>
            <a:r>
              <a:rPr lang="ru-RU"/>
              <a:t>Образец текста</a:t>
            </a:r>
          </a:p>
        </p:txBody>
      </p:sp>
      <p:sp>
        <p:nvSpPr>
          <p:cNvPr id="423" name="Прямоугольник 21"/>
          <p:cNvSpPr/>
          <p:nvPr/>
        </p:nvSpPr>
        <p:spPr>
          <a:xfrm>
            <a:off x="8833853" y="2451380"/>
            <a:ext cx="1959431" cy="20565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4" name="Текст 2"/>
          <p:cNvSpPr>
            <a:spLocks noGrp="1"/>
          </p:cNvSpPr>
          <p:nvPr>
            <p:ph type="body" sz="quarter" idx="22"/>
          </p:nvPr>
        </p:nvSpPr>
        <p:spPr>
          <a:xfrm>
            <a:off x="8441969" y="4644609"/>
            <a:ext cx="2743201" cy="738188"/>
          </a:xfrm>
          <a:prstGeom prst="rect">
            <a:avLst/>
          </a:prstGeom>
        </p:spPr>
        <p:txBody>
          <a:bodyPr/>
          <a:lstStyle/>
          <a:p>
            <a:pPr marL="0" lvl="0" indent="0" algn="ctr">
              <a:buSzTx/>
              <a:buFontTx/>
              <a:buNone/>
              <a:defRPr sz="1800">
                <a:solidFill>
                  <a:srgbClr val="262626"/>
                </a:solidFill>
              </a:defRPr>
            </a:pPr>
            <a:r>
              <a:rPr lang="ru-RU"/>
              <a:t>Образец текста</a:t>
            </a:r>
          </a:p>
        </p:txBody>
      </p:sp>
      <p:sp>
        <p:nvSpPr>
          <p:cNvPr id="425" name="Прямоугольник 23"/>
          <p:cNvSpPr/>
          <p:nvPr/>
        </p:nvSpPr>
        <p:spPr>
          <a:xfrm rot="5400000">
            <a:off x="10477113" y="-36940"/>
            <a:ext cx="1059544" cy="1112039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6" name="Прямоугольник 24"/>
          <p:cNvSpPr/>
          <p:nvPr/>
        </p:nvSpPr>
        <p:spPr>
          <a:xfrm rot="5400000">
            <a:off x="11344112" y="747801"/>
            <a:ext cx="573679" cy="602101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732600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Прямоугольник 9"/>
          <p:cNvSpPr/>
          <p:nvPr/>
        </p:nvSpPr>
        <p:spPr>
          <a:xfrm>
            <a:off x="-3" y="0"/>
            <a:ext cx="12192003" cy="6858000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96672" y="560008"/>
            <a:ext cx="10884129" cy="1202269"/>
          </a:xfrm>
          <a:prstGeom prst="rect">
            <a:avLst/>
          </a:prstGeom>
        </p:spPr>
        <p:txBody>
          <a:bodyPr anchor="b"/>
          <a:lstStyle>
            <a:lvl1pPr algn="ctr"/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36" name="Прямоугольник 18"/>
          <p:cNvSpPr/>
          <p:nvPr/>
        </p:nvSpPr>
        <p:spPr>
          <a:xfrm rot="5400000">
            <a:off x="14680" y="5960895"/>
            <a:ext cx="1059543" cy="1112039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7" name="Прямоугольник 19"/>
          <p:cNvSpPr/>
          <p:nvPr/>
        </p:nvSpPr>
        <p:spPr>
          <a:xfrm rot="5400000">
            <a:off x="857620" y="6057691"/>
            <a:ext cx="573679" cy="60210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8" name="Прямоугольник 20"/>
          <p:cNvSpPr/>
          <p:nvPr/>
        </p:nvSpPr>
        <p:spPr>
          <a:xfrm rot="5400000">
            <a:off x="113294" y="4662234"/>
            <a:ext cx="369015" cy="387297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9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112254" y="4644609"/>
            <a:ext cx="2743201" cy="738188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18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18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18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1800">
                <a:solidFill>
                  <a:srgbClr val="FFFFFF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440" name="Текст 2"/>
          <p:cNvSpPr>
            <a:spLocks noGrp="1"/>
          </p:cNvSpPr>
          <p:nvPr>
            <p:ph type="body" sz="quarter" idx="21"/>
          </p:nvPr>
        </p:nvSpPr>
        <p:spPr>
          <a:xfrm>
            <a:off x="4777111" y="4644609"/>
            <a:ext cx="2743201" cy="738188"/>
          </a:xfrm>
          <a:prstGeom prst="rect">
            <a:avLst/>
          </a:prstGeom>
        </p:spPr>
        <p:txBody>
          <a:bodyPr/>
          <a:lstStyle/>
          <a:p>
            <a:pPr marL="0" lvl="0" indent="0" algn="ctr">
              <a:buSzTx/>
              <a:buFontTx/>
              <a:buNone/>
              <a:defRPr sz="1800">
                <a:solidFill>
                  <a:srgbClr val="262626"/>
                </a:solidFill>
              </a:defRPr>
            </a:pPr>
            <a:r>
              <a:rPr lang="ru-RU"/>
              <a:t>Образец текста</a:t>
            </a:r>
          </a:p>
        </p:txBody>
      </p:sp>
      <p:sp>
        <p:nvSpPr>
          <p:cNvPr id="441" name="Текст 2"/>
          <p:cNvSpPr>
            <a:spLocks noGrp="1"/>
          </p:cNvSpPr>
          <p:nvPr>
            <p:ph type="body" sz="quarter" idx="22"/>
          </p:nvPr>
        </p:nvSpPr>
        <p:spPr>
          <a:xfrm>
            <a:off x="8441969" y="4644609"/>
            <a:ext cx="2743201" cy="738188"/>
          </a:xfrm>
          <a:prstGeom prst="rect">
            <a:avLst/>
          </a:prstGeom>
        </p:spPr>
        <p:txBody>
          <a:bodyPr/>
          <a:lstStyle/>
          <a:p>
            <a:pPr marL="0" lvl="0" indent="0" algn="ctr">
              <a:buSzTx/>
              <a:buFontTx/>
              <a:buNone/>
              <a:defRPr sz="1800">
                <a:solidFill>
                  <a:srgbClr val="262626"/>
                </a:solidFill>
              </a:defRPr>
            </a:pPr>
            <a:r>
              <a:rPr lang="ru-RU"/>
              <a:t>Образец текста</a:t>
            </a:r>
          </a:p>
        </p:txBody>
      </p:sp>
      <p:sp>
        <p:nvSpPr>
          <p:cNvPr id="442" name="Прямоугольник 23"/>
          <p:cNvSpPr/>
          <p:nvPr/>
        </p:nvSpPr>
        <p:spPr>
          <a:xfrm rot="5400000">
            <a:off x="10477113" y="-36940"/>
            <a:ext cx="1059544" cy="1112039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3" name="Прямоугольник 24"/>
          <p:cNvSpPr/>
          <p:nvPr/>
        </p:nvSpPr>
        <p:spPr>
          <a:xfrm rot="5400000">
            <a:off x="11344112" y="747801"/>
            <a:ext cx="573679" cy="602101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4" name="Рисунок 2"/>
          <p:cNvSpPr>
            <a:spLocks noGrp="1"/>
          </p:cNvSpPr>
          <p:nvPr>
            <p:ph type="pic" sz="quarter" idx="23"/>
          </p:nvPr>
        </p:nvSpPr>
        <p:spPr>
          <a:xfrm>
            <a:off x="1458329" y="2451100"/>
            <a:ext cx="2051051" cy="2057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445" name="Рисунок 2"/>
          <p:cNvSpPr>
            <a:spLocks noGrp="1"/>
          </p:cNvSpPr>
          <p:nvPr>
            <p:ph type="pic" sz="quarter" idx="24"/>
          </p:nvPr>
        </p:nvSpPr>
        <p:spPr>
          <a:xfrm>
            <a:off x="5123186" y="2451100"/>
            <a:ext cx="2051051" cy="2057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446" name="Рисунок 2"/>
          <p:cNvSpPr>
            <a:spLocks noGrp="1"/>
          </p:cNvSpPr>
          <p:nvPr>
            <p:ph type="pic" sz="quarter" idx="25"/>
          </p:nvPr>
        </p:nvSpPr>
        <p:spPr>
          <a:xfrm>
            <a:off x="8788044" y="2451100"/>
            <a:ext cx="2051051" cy="2057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44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443328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Прямоугольник 26"/>
          <p:cNvSpPr/>
          <p:nvPr/>
        </p:nvSpPr>
        <p:spPr>
          <a:xfrm>
            <a:off x="8668542" y="2489162"/>
            <a:ext cx="2032002" cy="2053809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5" name="Прямоугольник 21"/>
          <p:cNvSpPr/>
          <p:nvPr/>
        </p:nvSpPr>
        <p:spPr>
          <a:xfrm>
            <a:off x="5022734" y="2489162"/>
            <a:ext cx="2032002" cy="2053809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6" name="Прямоугольник 14"/>
          <p:cNvSpPr/>
          <p:nvPr/>
        </p:nvSpPr>
        <p:spPr>
          <a:xfrm>
            <a:off x="1335314" y="2474647"/>
            <a:ext cx="2032002" cy="2053809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96672" y="734181"/>
            <a:ext cx="10884129" cy="1202268"/>
          </a:xfrm>
          <a:prstGeom prst="rect">
            <a:avLst/>
          </a:prstGeom>
        </p:spPr>
        <p:txBody>
          <a:bodyPr anchor="b"/>
          <a:lstStyle>
            <a:lvl1pPr algn="ctr">
              <a:defRPr sz="5400">
                <a:solidFill>
                  <a:srgbClr val="1A66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112254" y="4818781"/>
            <a:ext cx="2743201" cy="738188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457200" algn="ctr">
              <a:buSzTx/>
              <a:buFontTx/>
              <a:buNone/>
              <a:defRPr sz="1800"/>
            </a:lvl2pPr>
            <a:lvl3pPr marL="0" indent="914400" algn="ctr">
              <a:buSzTx/>
              <a:buFontTx/>
              <a:buNone/>
              <a:defRPr sz="1800"/>
            </a:lvl3pPr>
            <a:lvl4pPr marL="0" indent="1371600" algn="ctr">
              <a:buSzTx/>
              <a:buFontTx/>
              <a:buNone/>
              <a:defRPr sz="1800"/>
            </a:lvl4pPr>
            <a:lvl5pPr marL="0" indent="1828800" algn="ctr">
              <a:buSzTx/>
              <a:buFontTx/>
              <a:buNone/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459" name="Текст 2"/>
          <p:cNvSpPr>
            <a:spLocks noGrp="1"/>
          </p:cNvSpPr>
          <p:nvPr>
            <p:ph type="body" sz="quarter" idx="21"/>
          </p:nvPr>
        </p:nvSpPr>
        <p:spPr>
          <a:xfrm>
            <a:off x="4777111" y="4818781"/>
            <a:ext cx="2743201" cy="738188"/>
          </a:xfrm>
          <a:prstGeom prst="rect">
            <a:avLst/>
          </a:prstGeom>
        </p:spPr>
        <p:txBody>
          <a:bodyPr/>
          <a:lstStyle/>
          <a:p>
            <a:pPr marL="0" lvl="0" indent="0" algn="ctr">
              <a:buSzTx/>
              <a:buFontTx/>
              <a:buNone/>
              <a:defRPr sz="1800"/>
            </a:pPr>
            <a:r>
              <a:rPr lang="ru-RU"/>
              <a:t>Образец текста</a:t>
            </a:r>
          </a:p>
        </p:txBody>
      </p:sp>
      <p:sp>
        <p:nvSpPr>
          <p:cNvPr id="460" name="Текст 2"/>
          <p:cNvSpPr>
            <a:spLocks noGrp="1"/>
          </p:cNvSpPr>
          <p:nvPr>
            <p:ph type="body" sz="quarter" idx="22"/>
          </p:nvPr>
        </p:nvSpPr>
        <p:spPr>
          <a:xfrm>
            <a:off x="8441969" y="4818781"/>
            <a:ext cx="2743201" cy="738188"/>
          </a:xfrm>
          <a:prstGeom prst="rect">
            <a:avLst/>
          </a:prstGeom>
        </p:spPr>
        <p:txBody>
          <a:bodyPr/>
          <a:lstStyle/>
          <a:p>
            <a:pPr marL="0" lvl="0" indent="0" algn="ctr">
              <a:buSzTx/>
              <a:buFontTx/>
              <a:buNone/>
              <a:defRPr sz="1800"/>
            </a:pPr>
            <a:r>
              <a:rPr lang="ru-RU"/>
              <a:t>Образец текста</a:t>
            </a:r>
          </a:p>
        </p:txBody>
      </p:sp>
      <p:sp>
        <p:nvSpPr>
          <p:cNvPr id="461" name="Рисунок 2"/>
          <p:cNvSpPr>
            <a:spLocks noGrp="1"/>
          </p:cNvSpPr>
          <p:nvPr>
            <p:ph type="pic" sz="quarter" idx="23"/>
          </p:nvPr>
        </p:nvSpPr>
        <p:spPr>
          <a:xfrm>
            <a:off x="1458329" y="2625271"/>
            <a:ext cx="2051051" cy="20574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462" name="Рисунок 2"/>
          <p:cNvSpPr>
            <a:spLocks noGrp="1"/>
          </p:cNvSpPr>
          <p:nvPr>
            <p:ph type="pic" sz="quarter" idx="24"/>
          </p:nvPr>
        </p:nvSpPr>
        <p:spPr>
          <a:xfrm>
            <a:off x="5123186" y="2625271"/>
            <a:ext cx="2051051" cy="20574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463" name="Рисунок 2"/>
          <p:cNvSpPr>
            <a:spLocks noGrp="1"/>
          </p:cNvSpPr>
          <p:nvPr>
            <p:ph type="pic" sz="quarter" idx="25"/>
          </p:nvPr>
        </p:nvSpPr>
        <p:spPr>
          <a:xfrm>
            <a:off x="8788044" y="2625271"/>
            <a:ext cx="2051051" cy="20574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46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370091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Прямоугольник 14"/>
          <p:cNvSpPr/>
          <p:nvPr/>
        </p:nvSpPr>
        <p:spPr>
          <a:xfrm>
            <a:off x="-1" y="-1"/>
            <a:ext cx="6110516" cy="3473600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471763" y="1931067"/>
            <a:ext cx="5166989" cy="61007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>
                <a:solidFill>
                  <a:srgbClr val="262626"/>
                </a:solidFill>
              </a:defRPr>
            </a:lvl1pPr>
            <a:lvl2pPr marL="0" indent="457200" algn="ctr">
              <a:buSzTx/>
              <a:buFontTx/>
              <a:buNone/>
              <a:defRPr sz="1800">
                <a:solidFill>
                  <a:srgbClr val="262626"/>
                </a:solidFill>
              </a:defRPr>
            </a:lvl2pPr>
            <a:lvl3pPr marL="0" indent="914400" algn="ctr">
              <a:buSzTx/>
              <a:buFontTx/>
              <a:buNone/>
              <a:defRPr sz="1800">
                <a:solidFill>
                  <a:srgbClr val="262626"/>
                </a:solidFill>
              </a:defRPr>
            </a:lvl3pPr>
            <a:lvl4pPr marL="0" indent="1371600" algn="ctr">
              <a:buSzTx/>
              <a:buFontTx/>
              <a:buNone/>
              <a:defRPr sz="1800">
                <a:solidFill>
                  <a:srgbClr val="262626"/>
                </a:solidFill>
              </a:defRPr>
            </a:lvl4pPr>
            <a:lvl5pPr marL="0" indent="1828800" algn="ctr">
              <a:buSzTx/>
              <a:buFontTx/>
              <a:buNone/>
              <a:defRPr sz="1800">
                <a:solidFill>
                  <a:srgbClr val="262626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473" name="Рисунок 2"/>
          <p:cNvSpPr>
            <a:spLocks noGrp="1"/>
          </p:cNvSpPr>
          <p:nvPr>
            <p:ph type="pic" sz="half" idx="21"/>
          </p:nvPr>
        </p:nvSpPr>
        <p:spPr>
          <a:xfrm>
            <a:off x="6110513" y="0"/>
            <a:ext cx="6081487" cy="347359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474" name="Рисунок 2"/>
          <p:cNvSpPr>
            <a:spLocks noGrp="1"/>
          </p:cNvSpPr>
          <p:nvPr>
            <p:ph type="pic" sz="half" idx="22"/>
          </p:nvPr>
        </p:nvSpPr>
        <p:spPr>
          <a:xfrm>
            <a:off x="0" y="3473598"/>
            <a:ext cx="6110514" cy="34736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475" name="Прямоугольник 27"/>
          <p:cNvSpPr/>
          <p:nvPr/>
        </p:nvSpPr>
        <p:spPr>
          <a:xfrm>
            <a:off x="6110513" y="3473598"/>
            <a:ext cx="6110515" cy="3473599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6" name="Текст 2"/>
          <p:cNvSpPr>
            <a:spLocks noGrp="1"/>
          </p:cNvSpPr>
          <p:nvPr>
            <p:ph type="body" sz="quarter" idx="23" hasCustomPrompt="1"/>
          </p:nvPr>
        </p:nvSpPr>
        <p:spPr>
          <a:xfrm>
            <a:off x="471762" y="998612"/>
            <a:ext cx="5166990" cy="738188"/>
          </a:xfrm>
          <a:prstGeom prst="rect">
            <a:avLst/>
          </a:prstGeom>
        </p:spPr>
        <p:txBody>
          <a:bodyPr/>
          <a:lstStyle>
            <a:lvl1pPr marL="0" indent="0" algn="ctr" defTabSz="557784">
              <a:spcBef>
                <a:spcPts val="600"/>
              </a:spcBef>
              <a:buSzTx/>
              <a:buFontTx/>
              <a:buNone/>
              <a:defRPr sz="4026">
                <a:solidFill>
                  <a:srgbClr val="FFFFFF"/>
                </a:solidFill>
                <a:latin typeface="PermianSerifTypeface"/>
                <a:ea typeface="PermianSerifTypeface"/>
                <a:cs typeface="PermianSerifTypeface"/>
                <a:sym typeface="PermianSerifTypeface"/>
              </a:defRPr>
            </a:lvl1pPr>
          </a:lstStyle>
          <a:p>
            <a:r>
              <a:t>число</a:t>
            </a:r>
          </a:p>
        </p:txBody>
      </p:sp>
      <p:sp>
        <p:nvSpPr>
          <p:cNvPr id="477" name="Текст 2"/>
          <p:cNvSpPr>
            <a:spLocks noGrp="1"/>
          </p:cNvSpPr>
          <p:nvPr>
            <p:ph type="body" sz="quarter" idx="24"/>
          </p:nvPr>
        </p:nvSpPr>
        <p:spPr>
          <a:xfrm>
            <a:off x="6582277" y="5371589"/>
            <a:ext cx="5166989" cy="610073"/>
          </a:xfrm>
          <a:prstGeom prst="rect">
            <a:avLst/>
          </a:prstGeom>
        </p:spPr>
        <p:txBody>
          <a:bodyPr/>
          <a:lstStyle/>
          <a:p>
            <a:pPr marL="0" lvl="0" indent="0" algn="ctr">
              <a:buSzTx/>
              <a:buFontTx/>
              <a:buNone/>
              <a:defRPr sz="1800">
                <a:solidFill>
                  <a:srgbClr val="262626"/>
                </a:solidFill>
              </a:defRPr>
            </a:pPr>
            <a:r>
              <a:rPr lang="ru-RU"/>
              <a:t>Образец текста</a:t>
            </a:r>
          </a:p>
        </p:txBody>
      </p:sp>
      <p:sp>
        <p:nvSpPr>
          <p:cNvPr id="478" name="Текст 2"/>
          <p:cNvSpPr>
            <a:spLocks noGrp="1"/>
          </p:cNvSpPr>
          <p:nvPr>
            <p:ph type="body" sz="quarter" idx="25" hasCustomPrompt="1"/>
          </p:nvPr>
        </p:nvSpPr>
        <p:spPr>
          <a:xfrm>
            <a:off x="6582277" y="4439134"/>
            <a:ext cx="5166989" cy="738188"/>
          </a:xfrm>
          <a:prstGeom prst="rect">
            <a:avLst/>
          </a:prstGeom>
        </p:spPr>
        <p:txBody>
          <a:bodyPr/>
          <a:lstStyle>
            <a:lvl1pPr marL="0" indent="0" algn="ctr" defTabSz="557784">
              <a:spcBef>
                <a:spcPts val="600"/>
              </a:spcBef>
              <a:buSzTx/>
              <a:buFontTx/>
              <a:buNone/>
              <a:defRPr sz="4026">
                <a:solidFill>
                  <a:srgbClr val="FFFFFF"/>
                </a:solidFill>
                <a:latin typeface="PermianSerifTypeface"/>
                <a:ea typeface="PermianSerifTypeface"/>
                <a:cs typeface="PermianSerifTypeface"/>
                <a:sym typeface="PermianSerifTypeface"/>
              </a:defRPr>
            </a:lvl1pPr>
          </a:lstStyle>
          <a:p>
            <a:r>
              <a:t>число</a:t>
            </a:r>
          </a:p>
        </p:txBody>
      </p:sp>
      <p:sp>
        <p:nvSpPr>
          <p:cNvPr id="479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11555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5"/>
          <p:cNvSpPr/>
          <p:nvPr/>
        </p:nvSpPr>
        <p:spPr>
          <a:xfrm>
            <a:off x="0" y="365124"/>
            <a:ext cx="12192000" cy="1325563"/>
          </a:xfrm>
          <a:prstGeom prst="rect">
            <a:avLst/>
          </a:prstGeom>
          <a:solidFill>
            <a:srgbClr val="1A66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838200" y="1851025"/>
            <a:ext cx="10515600" cy="422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476049" y="6311900"/>
            <a:ext cx="310592" cy="34544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D03923EF-84E0-40AF-B7E8-6965CDE7C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5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  <p:sldLayoutId id="2147483706" r:id="rId28"/>
    <p:sldLayoutId id="2147483707" r:id="rId29"/>
    <p:sldLayoutId id="2147483708" r:id="rId30"/>
  </p:sldLayoutIdLst>
  <p:transition spd="med"/>
  <p:txStyles>
    <p:titleStyle>
      <a:lvl1pPr marL="0" marR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PermianSerifTypeface"/>
          <a:ea typeface="PermianSerifTypeface"/>
          <a:cs typeface="PermianSerifTypeface"/>
          <a:sym typeface="PermianSerifTypeface"/>
        </a:defRPr>
      </a:lvl1pPr>
      <a:lvl2pPr marL="0" marR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PermianSerifTypeface"/>
          <a:ea typeface="PermianSerifTypeface"/>
          <a:cs typeface="PermianSerifTypeface"/>
          <a:sym typeface="PermianSerifTypeface"/>
        </a:defRPr>
      </a:lvl2pPr>
      <a:lvl3pPr marL="0" marR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PermianSerifTypeface"/>
          <a:ea typeface="PermianSerifTypeface"/>
          <a:cs typeface="PermianSerifTypeface"/>
          <a:sym typeface="PermianSerifTypeface"/>
        </a:defRPr>
      </a:lvl3pPr>
      <a:lvl4pPr marL="0" marR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PermianSerifTypeface"/>
          <a:ea typeface="PermianSerifTypeface"/>
          <a:cs typeface="PermianSerifTypeface"/>
          <a:sym typeface="PermianSerifTypeface"/>
        </a:defRPr>
      </a:lvl4pPr>
      <a:lvl5pPr marL="0" marR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PermianSerifTypeface"/>
          <a:ea typeface="PermianSerifTypeface"/>
          <a:cs typeface="PermianSerifTypeface"/>
          <a:sym typeface="PermianSerifTypeface"/>
        </a:defRPr>
      </a:lvl5pPr>
      <a:lvl6pPr marL="0" marR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PermianSerifTypeface"/>
          <a:ea typeface="PermianSerifTypeface"/>
          <a:cs typeface="PermianSerifTypeface"/>
          <a:sym typeface="PermianSerifTypeface"/>
        </a:defRPr>
      </a:lvl6pPr>
      <a:lvl7pPr marL="0" marR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PermianSerifTypeface"/>
          <a:ea typeface="PermianSerifTypeface"/>
          <a:cs typeface="PermianSerifTypeface"/>
          <a:sym typeface="PermianSerifTypeface"/>
        </a:defRPr>
      </a:lvl7pPr>
      <a:lvl8pPr marL="0" marR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PermianSerifTypeface"/>
          <a:ea typeface="PermianSerifTypeface"/>
          <a:cs typeface="PermianSerifTypeface"/>
          <a:sym typeface="PermianSerifTypeface"/>
        </a:defRPr>
      </a:lvl8pPr>
      <a:lvl9pPr marL="0" marR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PermianSerifTypeface"/>
          <a:ea typeface="PermianSerifTypeface"/>
          <a:cs typeface="PermianSerifTypeface"/>
          <a:sym typeface="PermianSerifTypeface"/>
        </a:defRPr>
      </a:lvl9pPr>
    </p:titleStyle>
    <p:bodyStyle>
      <a:lvl1pPr marL="228600" marR="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PermianSansTypeface"/>
        </a:defRPr>
      </a:lvl1pPr>
      <a:lvl2pPr marL="723900" marR="0" indent="-266700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PermianSansTypeface"/>
        </a:defRPr>
      </a:lvl2pPr>
      <a:lvl3pPr marL="1234439" marR="0" indent="-320039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PermianSansTypeface"/>
        </a:defRPr>
      </a:lvl3pPr>
      <a:lvl4pPr marL="1727200" marR="0" indent="-355600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PermianSansTypeface"/>
        </a:defRPr>
      </a:lvl4pPr>
      <a:lvl5pPr marL="2184400" marR="0" indent="-355600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PermianSansTypeface"/>
        </a:defRPr>
      </a:lvl5pPr>
      <a:lvl6pPr marL="2641600" marR="0" indent="-355600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PermianSansTypeface"/>
        </a:defRPr>
      </a:lvl6pPr>
      <a:lvl7pPr marL="3098800" marR="0" indent="-355600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PermianSansTypeface"/>
        </a:defRPr>
      </a:lvl7pPr>
      <a:lvl8pPr marL="3556000" marR="0" indent="-355600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PermianSansTypeface"/>
        </a:defRPr>
      </a:lvl8pPr>
      <a:lvl9pPr marL="4013200" marR="0" indent="-355600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PermianSansTypeface"/>
        </a:defRPr>
      </a:lvl9pPr>
    </p:bodyStyle>
    <p:otherStyle>
      <a:lvl1pPr marL="0" marR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ermianSansTypeface"/>
        </a:defRPr>
      </a:lvl1pPr>
      <a:lvl2pPr marL="0" marR="0" indent="4572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ermianSansTypeface"/>
        </a:defRPr>
      </a:lvl2pPr>
      <a:lvl3pPr marL="0" marR="0" indent="9144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ermianSansTypeface"/>
        </a:defRPr>
      </a:lvl3pPr>
      <a:lvl4pPr marL="0" marR="0" indent="13716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ermianSansTypeface"/>
        </a:defRPr>
      </a:lvl4pPr>
      <a:lvl5pPr marL="0" marR="0" indent="18288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ermianSansTypeface"/>
        </a:defRPr>
      </a:lvl5pPr>
      <a:lvl6pPr marL="0" marR="0" indent="22860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ermianSansTypeface"/>
        </a:defRPr>
      </a:lvl6pPr>
      <a:lvl7pPr marL="0" marR="0" indent="27432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ermianSansTypeface"/>
        </a:defRPr>
      </a:lvl7pPr>
      <a:lvl8pPr marL="0" marR="0" indent="32004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ermianSansTypeface"/>
        </a:defRPr>
      </a:lvl8pPr>
      <a:lvl9pPr marL="0" marR="0" indent="36576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ermianSansTypefac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2986C6-628F-40C9-A50A-6581C1459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Индивидуальный проект «Кадровое агентство»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24E2DD0-E1C2-4B71-9516-0BA02532168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ru-RU" dirty="0"/>
              <a:t>Куликов Артём Константинович</a:t>
            </a:r>
            <a:r>
              <a:rPr lang="en-US" dirty="0"/>
              <a:t>, </a:t>
            </a:r>
            <a:r>
              <a:rPr lang="ru-RU" dirty="0"/>
              <a:t>студент 1 курса ИТ-10</a:t>
            </a:r>
          </a:p>
        </p:txBody>
      </p:sp>
    </p:spTree>
    <p:extLst>
      <p:ext uri="{BB962C8B-B14F-4D97-AF65-F5344CB8AC3E}">
        <p14:creationId xmlns:p14="http://schemas.microsoft.com/office/powerpoint/2010/main" val="149636056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818100-87E0-49A8-8642-5BB76E5CD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A466D5-4166-4346-864C-C11B53C6D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400" dirty="0"/>
              <a:t>Реализовать программу "Кадровое агентство", которая</a:t>
            </a:r>
          </a:p>
          <a:p>
            <a:r>
              <a:rPr lang="ru-RU" sz="3400" dirty="0"/>
              <a:t>считывает исходную информацию </a:t>
            </a:r>
          </a:p>
          <a:p>
            <a:r>
              <a:rPr lang="ru-RU" sz="3400" dirty="0"/>
              <a:t>позволяет на основе неё создавать отчёты</a:t>
            </a:r>
          </a:p>
          <a:p>
            <a:r>
              <a:rPr lang="ru-RU" sz="3400" dirty="0"/>
              <a:t>Использует сортировку Хоара</a:t>
            </a:r>
          </a:p>
          <a:p>
            <a:endParaRPr lang="ru-RU" sz="3200" dirty="0"/>
          </a:p>
          <a:p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171441617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C66987-6176-4228-8154-F8C390F6E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Отчёты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017F3E-DB20-4AB2-B5EE-DA37D27CA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Полный список всех вакансий, который будет отсортирован: </a:t>
            </a:r>
            <a:r>
              <a:rPr lang="ru-RU" b="1" dirty="0"/>
              <a:t>образование (↑)</a:t>
            </a:r>
            <a:r>
              <a:rPr lang="en-US" b="1" dirty="0"/>
              <a:t>,</a:t>
            </a:r>
            <a:r>
              <a:rPr lang="ru-RU" b="1" dirty="0"/>
              <a:t> должность (↑).</a:t>
            </a:r>
          </a:p>
          <a:p>
            <a:r>
              <a:rPr lang="ru-RU" dirty="0"/>
              <a:t>Список всех вакансий с испытательным сроком </a:t>
            </a:r>
            <a:r>
              <a:rPr lang="ru-RU" b="1" dirty="0"/>
              <a:t>не менее 2 месяцев</a:t>
            </a:r>
            <a:r>
              <a:rPr lang="ru-RU" dirty="0"/>
              <a:t>, который будет отсортирован: </a:t>
            </a:r>
            <a:r>
              <a:rPr lang="ru-RU" b="1" dirty="0"/>
              <a:t>испытательный срок (↓)</a:t>
            </a:r>
            <a:r>
              <a:rPr lang="en-US" dirty="0"/>
              <a:t>,</a:t>
            </a:r>
            <a:r>
              <a:rPr lang="ru-RU" b="1" dirty="0"/>
              <a:t> необходимый стаж работы (↓)</a:t>
            </a:r>
            <a:r>
              <a:rPr lang="en-US" dirty="0"/>
              <a:t>,</a:t>
            </a:r>
            <a:r>
              <a:rPr lang="ru-RU" b="1" dirty="0"/>
              <a:t> максимальный возраст (↑).</a:t>
            </a:r>
            <a:r>
              <a:rPr lang="ru-RU" dirty="0"/>
              <a:t> </a:t>
            </a:r>
          </a:p>
          <a:p>
            <a:r>
              <a:rPr lang="ru-RU" dirty="0"/>
              <a:t>Список всех вакансий, с окладом в диапазоне </a:t>
            </a:r>
            <a:r>
              <a:rPr lang="ru-RU" b="1" dirty="0"/>
              <a:t>от N1 до N2</a:t>
            </a:r>
            <a:r>
              <a:rPr lang="ru-RU" dirty="0"/>
              <a:t> рублей, который будет отсортирован: </a:t>
            </a:r>
            <a:r>
              <a:rPr lang="ru-RU" b="1" dirty="0"/>
              <a:t>наличие соцпакета (↑)</a:t>
            </a:r>
            <a:r>
              <a:rPr lang="en-US" dirty="0"/>
              <a:t>,</a:t>
            </a:r>
            <a:r>
              <a:rPr lang="ru-RU" b="1" dirty="0"/>
              <a:t> испытательный срок (↓)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729827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73C196-E937-4933-AD6D-22C775B90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Основа программы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F9E250-AFA7-4587-A129-6BF2FC9AF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Программа разбита на два модуля</a:t>
            </a:r>
          </a:p>
          <a:p>
            <a:r>
              <a:rPr lang="en-US" sz="3200" b="1" dirty="0"/>
              <a:t>main.py </a:t>
            </a:r>
            <a:r>
              <a:rPr lang="en-US" sz="3200" dirty="0"/>
              <a:t>– </a:t>
            </a:r>
            <a:r>
              <a:rPr lang="ru-RU" sz="3200" dirty="0"/>
              <a:t>циклическое меню и взаимодействие с пользователем</a:t>
            </a:r>
          </a:p>
          <a:p>
            <a:r>
              <a:rPr lang="en-US" sz="3200" b="1" dirty="0"/>
              <a:t>logics.py</a:t>
            </a:r>
            <a:r>
              <a:rPr lang="ru-RU" sz="3200" b="1" dirty="0"/>
              <a:t> </a:t>
            </a:r>
            <a:r>
              <a:rPr lang="ru-RU" sz="3200" dirty="0"/>
              <a:t>- основная логика работы с данными и реализация сортировки Хоара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153911575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5ABFF2-C922-4AF8-8386-0956037F9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 программы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42F12F-6BD4-43ED-90F7-FCFD045A1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Загрузка данных из файла </a:t>
            </a:r>
            <a:r>
              <a:rPr lang="en-US" sz="3200" b="1" dirty="0"/>
              <a:t>vacancies.txt</a:t>
            </a:r>
          </a:p>
          <a:p>
            <a:r>
              <a:rPr lang="ru-RU" sz="3200" dirty="0"/>
              <a:t>Отображение меню</a:t>
            </a:r>
            <a:r>
              <a:rPr lang="en-US" sz="3200" dirty="0"/>
              <a:t>, </a:t>
            </a:r>
            <a:r>
              <a:rPr lang="ru-RU" sz="3200" dirty="0"/>
              <a:t>которое запрашивает у пользователя выбора какой отчёт создать или возможность выхода из программы</a:t>
            </a:r>
          </a:p>
          <a:p>
            <a:r>
              <a:rPr lang="ru-RU" sz="3200" dirty="0"/>
              <a:t>Сортировка данных на основе выбранного отчёта</a:t>
            </a:r>
          </a:p>
          <a:p>
            <a:r>
              <a:rPr lang="ru-RU" sz="3200" dirty="0"/>
              <a:t>Вывод информации в виде таблицы</a:t>
            </a:r>
          </a:p>
        </p:txBody>
      </p:sp>
    </p:spTree>
    <p:extLst>
      <p:ext uri="{BB962C8B-B14F-4D97-AF65-F5344CB8AC3E}">
        <p14:creationId xmlns:p14="http://schemas.microsoft.com/office/powerpoint/2010/main" val="280908311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FF808-FA90-4E1E-89C7-CF50D1166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меню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036576-7959-4A79-817A-57E450414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796" y="2199951"/>
            <a:ext cx="9950004" cy="245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77797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FF808-FA90-4E1E-89C7-CF50D1166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первого отчёта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95B8B79-DB00-4C87-97F4-B48894495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110" y="1737296"/>
            <a:ext cx="6101780" cy="485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35524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FF808-FA90-4E1E-89C7-CF50D1166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второго отчёта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E2FB5C-497F-4308-A63E-BA15DBB33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652" y="1917632"/>
            <a:ext cx="7306695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70373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FF808-FA90-4E1E-89C7-CF50D1166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третьего отчёта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86B876-C7F5-4C6F-9BF2-B446EE3B3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652" y="2134328"/>
            <a:ext cx="7306695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15275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F09A1-3CBD-4975-9EEC-F47172EA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A4C1EE-F28B-4C5E-81A9-8F5117D36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В программе реализованы все требуемые функции</a:t>
            </a:r>
          </a:p>
          <a:p>
            <a:r>
              <a:rPr lang="ru-RU" sz="3200" dirty="0"/>
              <a:t>Присутствует обработка все возможных ошибок и дружественный 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301948708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ИП-питон, Бочкарев ИТ-9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6C1D9"/>
      </a:accent1>
      <a:accent2>
        <a:srgbClr val="32B824"/>
      </a:accent2>
      <a:accent3>
        <a:srgbClr val="A5A5A5"/>
      </a:accent3>
      <a:accent4>
        <a:srgbClr val="0563C1"/>
      </a:accent4>
      <a:accent5>
        <a:srgbClr val="002060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PermianSansTypeface"/>
        <a:ea typeface="PermianSansTypeface"/>
        <a:cs typeface="PermianSansTypeface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ermianSansTypefac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ermianSansTypefac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209</Words>
  <Application>Microsoft Office PowerPoint</Application>
  <PresentationFormat>Широкоэкранный</PresentationFormat>
  <Paragraphs>27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PermianSansTypeface</vt:lpstr>
      <vt:lpstr>PermianSerifTypeface</vt:lpstr>
      <vt:lpstr>ИП-питон, Бочкарев ИТ-9</vt:lpstr>
      <vt:lpstr>Индивидуальный проект «Кадровое агентство»</vt:lpstr>
      <vt:lpstr>Постановка задачи</vt:lpstr>
      <vt:lpstr>Отчёты</vt:lpstr>
      <vt:lpstr>Основа программы</vt:lpstr>
      <vt:lpstr>Алгоритм работы программы</vt:lpstr>
      <vt:lpstr>Демонстрация меню</vt:lpstr>
      <vt:lpstr>Демонстрация первого отчёта</vt:lpstr>
      <vt:lpstr>Демонстрация второго отчёта</vt:lpstr>
      <vt:lpstr>Демонстрация третьего отчёта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Индивидуальный проект «Кадровое агентство»</dc:title>
  <dc:creator>Артём Куликов</dc:creator>
  <cp:lastModifiedBy>Артём Куликов</cp:lastModifiedBy>
  <cp:revision>10</cp:revision>
  <dcterms:created xsi:type="dcterms:W3CDTF">2026-01-15T00:55:44Z</dcterms:created>
  <dcterms:modified xsi:type="dcterms:W3CDTF">2026-01-15T03:20:23Z</dcterms:modified>
</cp:coreProperties>
</file>